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  <p:sldMasterId id="2147483720" r:id="rId2"/>
  </p:sldMasterIdLst>
  <p:sldIdLst>
    <p:sldId id="256" r:id="rId3"/>
    <p:sldId id="258" r:id="rId4"/>
    <p:sldId id="261" r:id="rId5"/>
    <p:sldId id="262" r:id="rId6"/>
    <p:sldId id="263" r:id="rId7"/>
    <p:sldId id="266" r:id="rId8"/>
    <p:sldId id="278" r:id="rId9"/>
    <p:sldId id="279" r:id="rId10"/>
    <p:sldId id="264" r:id="rId11"/>
    <p:sldId id="265" r:id="rId12"/>
    <p:sldId id="267" r:id="rId13"/>
    <p:sldId id="268" r:id="rId14"/>
    <p:sldId id="269" r:id="rId15"/>
    <p:sldId id="284" r:id="rId16"/>
    <p:sldId id="280" r:id="rId17"/>
    <p:sldId id="270" r:id="rId18"/>
    <p:sldId id="283" r:id="rId19"/>
    <p:sldId id="271" r:id="rId20"/>
    <p:sldId id="272" r:id="rId21"/>
    <p:sldId id="273" r:id="rId22"/>
    <p:sldId id="274" r:id="rId23"/>
    <p:sldId id="275" r:id="rId24"/>
    <p:sldId id="277" r:id="rId25"/>
    <p:sldId id="276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506287-D3B1-467C-AAA3-AE8669399F34}">
          <p14:sldIdLst>
            <p14:sldId id="256"/>
            <p14:sldId id="258"/>
            <p14:sldId id="261"/>
            <p14:sldId id="262"/>
            <p14:sldId id="263"/>
            <p14:sldId id="266"/>
            <p14:sldId id="278"/>
            <p14:sldId id="279"/>
          </p14:sldIdLst>
        </p14:section>
        <p14:section name="Modification Types" id="{7DD66C99-2135-4549-B5D0-9F21F7A6058F}">
          <p14:sldIdLst>
            <p14:sldId id="264"/>
            <p14:sldId id="265"/>
            <p14:sldId id="267"/>
            <p14:sldId id="268"/>
            <p14:sldId id="269"/>
            <p14:sldId id="284"/>
            <p14:sldId id="280"/>
            <p14:sldId id="270"/>
            <p14:sldId id="283"/>
            <p14:sldId id="271"/>
            <p14:sldId id="272"/>
            <p14:sldId id="273"/>
            <p14:sldId id="274"/>
            <p14:sldId id="275"/>
            <p14:sldId id="277"/>
            <p14:sldId id="276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5CFA22-47C4-4C36-9EC8-CBE3CD152D08}" v="47" dt="2024-10-29T19:04:08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checo, Miles" userId="317032e6-0a67-41f3-9e8a-abe9fd8c6d0f" providerId="ADAL" clId="{915CFA22-47C4-4C36-9EC8-CBE3CD152D08}"/>
    <pc:docChg chg="undo redo custSel addSld delSld modSld addSection modSection">
      <pc:chgData name="Pacheco, Miles" userId="317032e6-0a67-41f3-9e8a-abe9fd8c6d0f" providerId="ADAL" clId="{915CFA22-47C4-4C36-9EC8-CBE3CD152D08}" dt="2024-10-29T20:46:18.863" v="15544" actId="20577"/>
      <pc:docMkLst>
        <pc:docMk/>
      </pc:docMkLst>
      <pc:sldChg chg="modSp mod">
        <pc:chgData name="Pacheco, Miles" userId="317032e6-0a67-41f3-9e8a-abe9fd8c6d0f" providerId="ADAL" clId="{915CFA22-47C4-4C36-9EC8-CBE3CD152D08}" dt="2024-10-25T21:26:07.091" v="14064" actId="20577"/>
        <pc:sldMkLst>
          <pc:docMk/>
          <pc:sldMk cId="3316814009" sldId="256"/>
        </pc:sldMkLst>
        <pc:spChg chg="mod">
          <ac:chgData name="Pacheco, Miles" userId="317032e6-0a67-41f3-9e8a-abe9fd8c6d0f" providerId="ADAL" clId="{915CFA22-47C4-4C36-9EC8-CBE3CD152D08}" dt="2024-10-17T21:04:32.090" v="12038" actId="20577"/>
          <ac:spMkLst>
            <pc:docMk/>
            <pc:sldMk cId="3316814009" sldId="256"/>
            <ac:spMk id="2" creationId="{1E8A93FD-3592-3FBB-B025-F1B458D2B7A8}"/>
          </ac:spMkLst>
        </pc:spChg>
        <pc:spChg chg="mod">
          <ac:chgData name="Pacheco, Miles" userId="317032e6-0a67-41f3-9e8a-abe9fd8c6d0f" providerId="ADAL" clId="{915CFA22-47C4-4C36-9EC8-CBE3CD152D08}" dt="2024-10-15T21:14:48.151" v="8314" actId="20577"/>
          <ac:spMkLst>
            <pc:docMk/>
            <pc:sldMk cId="3316814009" sldId="256"/>
            <ac:spMk id="3" creationId="{F2A49185-96DA-43F5-5871-6B7D064EA687}"/>
          </ac:spMkLst>
        </pc:spChg>
        <pc:spChg chg="mod">
          <ac:chgData name="Pacheco, Miles" userId="317032e6-0a67-41f3-9e8a-abe9fd8c6d0f" providerId="ADAL" clId="{915CFA22-47C4-4C36-9EC8-CBE3CD152D08}" dt="2024-10-25T21:26:07.091" v="14064" actId="20577"/>
          <ac:spMkLst>
            <pc:docMk/>
            <pc:sldMk cId="3316814009" sldId="256"/>
            <ac:spMk id="4" creationId="{76426501-5B21-3ADC-363D-878592C5C8A4}"/>
          </ac:spMkLst>
        </pc:spChg>
      </pc:sldChg>
      <pc:sldChg chg="modSp mod">
        <pc:chgData name="Pacheco, Miles" userId="317032e6-0a67-41f3-9e8a-abe9fd8c6d0f" providerId="ADAL" clId="{915CFA22-47C4-4C36-9EC8-CBE3CD152D08}" dt="2024-10-17T18:29:55.123" v="11900" actId="20577"/>
        <pc:sldMkLst>
          <pc:docMk/>
          <pc:sldMk cId="275922396" sldId="258"/>
        </pc:sldMkLst>
        <pc:spChg chg="mod">
          <ac:chgData name="Pacheco, Miles" userId="317032e6-0a67-41f3-9e8a-abe9fd8c6d0f" providerId="ADAL" clId="{915CFA22-47C4-4C36-9EC8-CBE3CD152D08}" dt="2024-10-17T18:29:55.123" v="11900" actId="20577"/>
          <ac:spMkLst>
            <pc:docMk/>
            <pc:sldMk cId="275922396" sldId="258"/>
            <ac:spMk id="2" creationId="{AC9415E9-CD5F-19D5-6907-CE8036D0E19B}"/>
          </ac:spMkLst>
        </pc:spChg>
      </pc:sldChg>
      <pc:sldChg chg="addSp delSp modSp mod">
        <pc:chgData name="Pacheco, Miles" userId="317032e6-0a67-41f3-9e8a-abe9fd8c6d0f" providerId="ADAL" clId="{915CFA22-47C4-4C36-9EC8-CBE3CD152D08}" dt="2024-10-17T18:33:30.173" v="11971" actId="20577"/>
        <pc:sldMkLst>
          <pc:docMk/>
          <pc:sldMk cId="2663699313" sldId="261"/>
        </pc:sldMkLst>
        <pc:spChg chg="mod">
          <ac:chgData name="Pacheco, Miles" userId="317032e6-0a67-41f3-9e8a-abe9fd8c6d0f" providerId="ADAL" clId="{915CFA22-47C4-4C36-9EC8-CBE3CD152D08}" dt="2024-10-17T18:33:30.173" v="11971" actId="20577"/>
          <ac:spMkLst>
            <pc:docMk/>
            <pc:sldMk cId="2663699313" sldId="261"/>
            <ac:spMk id="2" creationId="{AC9415E9-CD5F-19D5-6907-CE8036D0E19B}"/>
          </ac:spMkLst>
        </pc:spChg>
        <pc:spChg chg="del">
          <ac:chgData name="Pacheco, Miles" userId="317032e6-0a67-41f3-9e8a-abe9fd8c6d0f" providerId="ADAL" clId="{915CFA22-47C4-4C36-9EC8-CBE3CD152D08}" dt="2024-10-15T20:16:25.622" v="6178" actId="22"/>
          <ac:spMkLst>
            <pc:docMk/>
            <pc:sldMk cId="2663699313" sldId="261"/>
            <ac:spMk id="6" creationId="{DD2250E1-7A04-B67E-EFE3-A23ADF434036}"/>
          </ac:spMkLst>
        </pc:spChg>
        <pc:picChg chg="add mod ord">
          <ac:chgData name="Pacheco, Miles" userId="317032e6-0a67-41f3-9e8a-abe9fd8c6d0f" providerId="ADAL" clId="{915CFA22-47C4-4C36-9EC8-CBE3CD152D08}" dt="2024-10-15T20:16:35.093" v="6181" actId="1076"/>
          <ac:picMkLst>
            <pc:docMk/>
            <pc:sldMk cId="2663699313" sldId="261"/>
            <ac:picMk id="5" creationId="{B55C637D-9A07-DCB9-6878-5837F19C315D}"/>
          </ac:picMkLst>
        </pc:picChg>
      </pc:sldChg>
      <pc:sldChg chg="addSp delSp modSp mod">
        <pc:chgData name="Pacheco, Miles" userId="317032e6-0a67-41f3-9e8a-abe9fd8c6d0f" providerId="ADAL" clId="{915CFA22-47C4-4C36-9EC8-CBE3CD152D08}" dt="2024-10-24T20:02:33.131" v="12282" actId="20577"/>
        <pc:sldMkLst>
          <pc:docMk/>
          <pc:sldMk cId="3596574243" sldId="262"/>
        </pc:sldMkLst>
        <pc:spChg chg="mod">
          <ac:chgData name="Pacheco, Miles" userId="317032e6-0a67-41f3-9e8a-abe9fd8c6d0f" providerId="ADAL" clId="{915CFA22-47C4-4C36-9EC8-CBE3CD152D08}" dt="2024-10-24T20:02:33.131" v="12282" actId="20577"/>
          <ac:spMkLst>
            <pc:docMk/>
            <pc:sldMk cId="3596574243" sldId="262"/>
            <ac:spMk id="2" creationId="{AC9415E9-CD5F-19D5-6907-CE8036D0E19B}"/>
          </ac:spMkLst>
        </pc:spChg>
        <pc:spChg chg="add del mod">
          <ac:chgData name="Pacheco, Miles" userId="317032e6-0a67-41f3-9e8a-abe9fd8c6d0f" providerId="ADAL" clId="{915CFA22-47C4-4C36-9EC8-CBE3CD152D08}" dt="2024-10-17T18:42:48.638" v="11987"/>
          <ac:spMkLst>
            <pc:docMk/>
            <pc:sldMk cId="3596574243" sldId="262"/>
            <ac:spMk id="3" creationId="{E84AE075-67AA-6A9B-3EDC-3874B9344003}"/>
          </ac:spMkLst>
        </pc:spChg>
        <pc:spChg chg="del">
          <ac:chgData name="Pacheco, Miles" userId="317032e6-0a67-41f3-9e8a-abe9fd8c6d0f" providerId="ADAL" clId="{915CFA22-47C4-4C36-9EC8-CBE3CD152D08}" dt="2024-10-17T18:41:04.073" v="11976"/>
          <ac:spMkLst>
            <pc:docMk/>
            <pc:sldMk cId="3596574243" sldId="262"/>
            <ac:spMk id="6" creationId="{2E3E62B2-CCC8-F2E7-C01D-E18D1D68E089}"/>
          </ac:spMkLst>
        </pc:spChg>
        <pc:picChg chg="add mod">
          <ac:chgData name="Pacheco, Miles" userId="317032e6-0a67-41f3-9e8a-abe9fd8c6d0f" providerId="ADAL" clId="{915CFA22-47C4-4C36-9EC8-CBE3CD152D08}" dt="2024-10-17T18:43:02.066" v="11990" actId="1076"/>
          <ac:picMkLst>
            <pc:docMk/>
            <pc:sldMk cId="3596574243" sldId="262"/>
            <ac:picMk id="5" creationId="{FF333206-CB90-F9A5-3589-5DB2AC0546E6}"/>
          </ac:picMkLst>
        </pc:picChg>
        <pc:picChg chg="add del mod">
          <ac:chgData name="Pacheco, Miles" userId="317032e6-0a67-41f3-9e8a-abe9fd8c6d0f" providerId="ADAL" clId="{915CFA22-47C4-4C36-9EC8-CBE3CD152D08}" dt="2024-10-17T18:42:37.606" v="11983" actId="478"/>
          <ac:picMkLst>
            <pc:docMk/>
            <pc:sldMk cId="3596574243" sldId="262"/>
            <ac:picMk id="1026" creationId="{EEF9C73D-0E80-E12A-412A-AEFADDA0CD8C}"/>
          </ac:picMkLst>
        </pc:picChg>
        <pc:picChg chg="add del mod">
          <ac:chgData name="Pacheco, Miles" userId="317032e6-0a67-41f3-9e8a-abe9fd8c6d0f" providerId="ADAL" clId="{915CFA22-47C4-4C36-9EC8-CBE3CD152D08}" dt="2024-10-17T18:42:47.810" v="11986" actId="21"/>
          <ac:picMkLst>
            <pc:docMk/>
            <pc:sldMk cId="3596574243" sldId="262"/>
            <ac:picMk id="1028" creationId="{FF333206-CB90-F9A5-3589-5DB2AC0546E6}"/>
          </ac:picMkLst>
        </pc:picChg>
      </pc:sldChg>
      <pc:sldChg chg="modSp add mod">
        <pc:chgData name="Pacheco, Miles" userId="317032e6-0a67-41f3-9e8a-abe9fd8c6d0f" providerId="ADAL" clId="{915CFA22-47C4-4C36-9EC8-CBE3CD152D08}" dt="2024-10-24T20:18:21.452" v="12318" actId="20577"/>
        <pc:sldMkLst>
          <pc:docMk/>
          <pc:sldMk cId="1157601808" sldId="263"/>
        </pc:sldMkLst>
        <pc:spChg chg="mod">
          <ac:chgData name="Pacheco, Miles" userId="317032e6-0a67-41f3-9e8a-abe9fd8c6d0f" providerId="ADAL" clId="{915CFA22-47C4-4C36-9EC8-CBE3CD152D08}" dt="2024-10-24T20:18:21.452" v="12318" actId="20577"/>
          <ac:spMkLst>
            <pc:docMk/>
            <pc:sldMk cId="1157601808" sldId="263"/>
            <ac:spMk id="2" creationId="{AC9415E9-CD5F-19D5-6907-CE8036D0E19B}"/>
          </ac:spMkLst>
        </pc:spChg>
        <pc:spChg chg="mod">
          <ac:chgData name="Pacheco, Miles" userId="317032e6-0a67-41f3-9e8a-abe9fd8c6d0f" providerId="ADAL" clId="{915CFA22-47C4-4C36-9EC8-CBE3CD152D08}" dt="2024-10-15T16:45:34.516" v="444" actId="20577"/>
          <ac:spMkLst>
            <pc:docMk/>
            <pc:sldMk cId="1157601808" sldId="263"/>
            <ac:spMk id="4" creationId="{37FD76E4-7BEC-439F-993E-3437BCBCD7C6}"/>
          </ac:spMkLst>
        </pc:spChg>
        <pc:spChg chg="mod">
          <ac:chgData name="Pacheco, Miles" userId="317032e6-0a67-41f3-9e8a-abe9fd8c6d0f" providerId="ADAL" clId="{915CFA22-47C4-4C36-9EC8-CBE3CD152D08}" dt="2024-10-17T19:04:05.279" v="12036" actId="20577"/>
          <ac:spMkLst>
            <pc:docMk/>
            <pc:sldMk cId="1157601808" sldId="263"/>
            <ac:spMk id="6" creationId="{2E3E62B2-CCC8-F2E7-C01D-E18D1D68E089}"/>
          </ac:spMkLst>
        </pc:spChg>
      </pc:sldChg>
      <pc:sldChg chg="addSp delSp modSp new mod">
        <pc:chgData name="Pacheco, Miles" userId="317032e6-0a67-41f3-9e8a-abe9fd8c6d0f" providerId="ADAL" clId="{915CFA22-47C4-4C36-9EC8-CBE3CD152D08}" dt="2024-10-25T21:39:23.641" v="14296" actId="14100"/>
        <pc:sldMkLst>
          <pc:docMk/>
          <pc:sldMk cId="349881353" sldId="264"/>
        </pc:sldMkLst>
        <pc:spChg chg="mod">
          <ac:chgData name="Pacheco, Miles" userId="317032e6-0a67-41f3-9e8a-abe9fd8c6d0f" providerId="ADAL" clId="{915CFA22-47C4-4C36-9EC8-CBE3CD152D08}" dt="2024-10-17T17:02:26.341" v="9586" actId="20577"/>
          <ac:spMkLst>
            <pc:docMk/>
            <pc:sldMk cId="349881353" sldId="264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7T17:16:33.936" v="9667" actId="22"/>
          <ac:spMkLst>
            <pc:docMk/>
            <pc:sldMk cId="349881353" sldId="264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08:41.345" v="1668" actId="404"/>
          <ac:spMkLst>
            <pc:docMk/>
            <pc:sldMk cId="349881353" sldId="264"/>
            <ac:spMk id="4" creationId="{C3BEB0B9-51B1-3674-94F7-C6571516EAEB}"/>
          </ac:spMkLst>
        </pc:spChg>
        <pc:spChg chg="add del mod">
          <ac:chgData name="Pacheco, Miles" userId="317032e6-0a67-41f3-9e8a-abe9fd8c6d0f" providerId="ADAL" clId="{915CFA22-47C4-4C36-9EC8-CBE3CD152D08}" dt="2024-10-17T17:20:06.532" v="9673" actId="22"/>
          <ac:spMkLst>
            <pc:docMk/>
            <pc:sldMk cId="349881353" sldId="264"/>
            <ac:spMk id="8" creationId="{B611DABA-11B5-78E9-9871-33C7D6CF48D3}"/>
          </ac:spMkLst>
        </pc:spChg>
        <pc:spChg chg="add del mod">
          <ac:chgData name="Pacheco, Miles" userId="317032e6-0a67-41f3-9e8a-abe9fd8c6d0f" providerId="ADAL" clId="{915CFA22-47C4-4C36-9EC8-CBE3CD152D08}" dt="2024-10-25T21:38:58.499" v="14290"/>
          <ac:spMkLst>
            <pc:docMk/>
            <pc:sldMk cId="349881353" sldId="264"/>
            <ac:spMk id="24" creationId="{66C9D505-5856-4B1C-4C8B-CBE909FCEF9B}"/>
          </ac:spMkLst>
        </pc:spChg>
        <pc:picChg chg="add mod">
          <ac:chgData name="Pacheco, Miles" userId="317032e6-0a67-41f3-9e8a-abe9fd8c6d0f" providerId="ADAL" clId="{915CFA22-47C4-4C36-9EC8-CBE3CD152D08}" dt="2024-10-25T21:35:50.055" v="14155" actId="1076"/>
          <ac:picMkLst>
            <pc:docMk/>
            <pc:sldMk cId="349881353" sldId="264"/>
            <ac:picMk id="5" creationId="{89094104-7326-2AE8-24B9-BF25E2FAD2CD}"/>
          </ac:picMkLst>
        </pc:picChg>
        <pc:picChg chg="add del mod ord">
          <ac:chgData name="Pacheco, Miles" userId="317032e6-0a67-41f3-9e8a-abe9fd8c6d0f" providerId="ADAL" clId="{915CFA22-47C4-4C36-9EC8-CBE3CD152D08}" dt="2024-10-17T17:19:59.970" v="9670" actId="478"/>
          <ac:picMkLst>
            <pc:docMk/>
            <pc:sldMk cId="349881353" sldId="264"/>
            <ac:picMk id="6" creationId="{E0AAC91D-A17D-DE11-BF01-6641DD76856F}"/>
          </ac:picMkLst>
        </pc:picChg>
        <pc:picChg chg="add del mod ord">
          <ac:chgData name="Pacheco, Miles" userId="317032e6-0a67-41f3-9e8a-abe9fd8c6d0f" providerId="ADAL" clId="{915CFA22-47C4-4C36-9EC8-CBE3CD152D08}" dt="2024-10-25T21:38:22.300" v="14241" actId="1035"/>
          <ac:picMkLst>
            <pc:docMk/>
            <pc:sldMk cId="349881353" sldId="264"/>
            <ac:picMk id="7" creationId="{091AA0C9-072C-7D35-62CE-232E0F0E8F5B}"/>
          </ac:picMkLst>
        </pc:picChg>
        <pc:picChg chg="add del">
          <ac:chgData name="Pacheco, Miles" userId="317032e6-0a67-41f3-9e8a-abe9fd8c6d0f" providerId="ADAL" clId="{915CFA22-47C4-4C36-9EC8-CBE3CD152D08}" dt="2024-10-17T17:20:04.790" v="9672" actId="22"/>
          <ac:picMkLst>
            <pc:docMk/>
            <pc:sldMk cId="349881353" sldId="264"/>
            <ac:picMk id="10" creationId="{24E86E0B-D21F-C3F2-9EF9-AF1BBE5B9889}"/>
          </ac:picMkLst>
        </pc:picChg>
        <pc:picChg chg="add del mod ord">
          <ac:chgData name="Pacheco, Miles" userId="317032e6-0a67-41f3-9e8a-abe9fd8c6d0f" providerId="ADAL" clId="{915CFA22-47C4-4C36-9EC8-CBE3CD152D08}" dt="2024-10-25T21:38:54.950" v="14287" actId="478"/>
          <ac:picMkLst>
            <pc:docMk/>
            <pc:sldMk cId="349881353" sldId="264"/>
            <ac:picMk id="12" creationId="{3BEE75EE-4054-FCDE-5F0A-70D282CFE2C7}"/>
          </ac:picMkLst>
        </pc:picChg>
        <pc:picChg chg="add del mod">
          <ac:chgData name="Pacheco, Miles" userId="317032e6-0a67-41f3-9e8a-abe9fd8c6d0f" providerId="ADAL" clId="{915CFA22-47C4-4C36-9EC8-CBE3CD152D08}" dt="2024-10-25T21:36:21.362" v="14164" actId="478"/>
          <ac:picMkLst>
            <pc:docMk/>
            <pc:sldMk cId="349881353" sldId="264"/>
            <ac:picMk id="14" creationId="{4DF944CA-F92A-596D-5320-5FAA688C5065}"/>
          </ac:picMkLst>
        </pc:picChg>
        <pc:picChg chg="add del mod">
          <ac:chgData name="Pacheco, Miles" userId="317032e6-0a67-41f3-9e8a-abe9fd8c6d0f" providerId="ADAL" clId="{915CFA22-47C4-4C36-9EC8-CBE3CD152D08}" dt="2024-10-25T21:35:44.147" v="14153" actId="478"/>
          <ac:picMkLst>
            <pc:docMk/>
            <pc:sldMk cId="349881353" sldId="264"/>
            <ac:picMk id="23" creationId="{3238A34D-C435-F3F7-84AD-313C89E3DF4E}"/>
          </ac:picMkLst>
        </pc:picChg>
        <pc:picChg chg="add del">
          <ac:chgData name="Pacheco, Miles" userId="317032e6-0a67-41f3-9e8a-abe9fd8c6d0f" providerId="ADAL" clId="{915CFA22-47C4-4C36-9EC8-CBE3CD152D08}" dt="2024-10-25T21:38:57.629" v="14289" actId="21"/>
          <ac:picMkLst>
            <pc:docMk/>
            <pc:sldMk cId="349881353" sldId="264"/>
            <ac:picMk id="26" creationId="{03B069D1-8D19-33CC-BE2E-196CE411F3D6}"/>
          </ac:picMkLst>
        </pc:picChg>
        <pc:picChg chg="add mod ord">
          <ac:chgData name="Pacheco, Miles" userId="317032e6-0a67-41f3-9e8a-abe9fd8c6d0f" providerId="ADAL" clId="{915CFA22-47C4-4C36-9EC8-CBE3CD152D08}" dt="2024-10-25T21:39:23.641" v="14296" actId="14100"/>
          <ac:picMkLst>
            <pc:docMk/>
            <pc:sldMk cId="349881353" sldId="264"/>
            <ac:picMk id="27" creationId="{03B069D1-8D19-33CC-BE2E-196CE411F3D6}"/>
          </ac:picMkLst>
        </pc:picChg>
        <pc:inkChg chg="add del">
          <ac:chgData name="Pacheco, Miles" userId="317032e6-0a67-41f3-9e8a-abe9fd8c6d0f" providerId="ADAL" clId="{915CFA22-47C4-4C36-9EC8-CBE3CD152D08}" dt="2024-10-25T21:37:35.428" v="14191" actId="9405"/>
          <ac:inkMkLst>
            <pc:docMk/>
            <pc:sldMk cId="349881353" sldId="264"/>
            <ac:inkMk id="8" creationId="{3E4CDE81-9CFE-8880-92AF-37F0F71119B8}"/>
          </ac:inkMkLst>
        </pc:inkChg>
        <pc:inkChg chg="add del">
          <ac:chgData name="Pacheco, Miles" userId="317032e6-0a67-41f3-9e8a-abe9fd8c6d0f" providerId="ADAL" clId="{915CFA22-47C4-4C36-9EC8-CBE3CD152D08}" dt="2024-10-25T21:37:34.879" v="14190" actId="9405"/>
          <ac:inkMkLst>
            <pc:docMk/>
            <pc:sldMk cId="349881353" sldId="264"/>
            <ac:inkMk id="9" creationId="{7FA019D0-4441-D61D-2D7F-C32BBE83219C}"/>
          </ac:inkMkLst>
        </pc:inkChg>
        <pc:inkChg chg="add mod">
          <ac:chgData name="Pacheco, Miles" userId="317032e6-0a67-41f3-9e8a-abe9fd8c6d0f" providerId="ADAL" clId="{915CFA22-47C4-4C36-9EC8-CBE3CD152D08}" dt="2024-10-25T21:37:46.369" v="14194" actId="1036"/>
          <ac:inkMkLst>
            <pc:docMk/>
            <pc:sldMk cId="349881353" sldId="264"/>
            <ac:inkMk id="10" creationId="{8E85C233-1126-E4D0-FD76-CBBB7753113C}"/>
          </ac:inkMkLst>
        </pc:inkChg>
        <pc:inkChg chg="add mod">
          <ac:chgData name="Pacheco, Miles" userId="317032e6-0a67-41f3-9e8a-abe9fd8c6d0f" providerId="ADAL" clId="{915CFA22-47C4-4C36-9EC8-CBE3CD152D08}" dt="2024-10-25T21:38:04.189" v="14220" actId="1036"/>
          <ac:inkMkLst>
            <pc:docMk/>
            <pc:sldMk cId="349881353" sldId="264"/>
            <ac:inkMk id="11" creationId="{7BB5A988-4CDE-B57F-129A-37307B698F59}"/>
          </ac:inkMkLst>
        </pc:inkChg>
        <pc:inkChg chg="add mod">
          <ac:chgData name="Pacheco, Miles" userId="317032e6-0a67-41f3-9e8a-abe9fd8c6d0f" providerId="ADAL" clId="{915CFA22-47C4-4C36-9EC8-CBE3CD152D08}" dt="2024-10-25T21:38:33.530" v="14286" actId="1035"/>
          <ac:inkMkLst>
            <pc:docMk/>
            <pc:sldMk cId="349881353" sldId="264"/>
            <ac:inkMk id="13" creationId="{90B32A02-E860-2CB4-4B0E-089B5A36FB36}"/>
          </ac:inkMkLst>
        </pc:inkChg>
        <pc:inkChg chg="add del mod">
          <ac:chgData name="Pacheco, Miles" userId="317032e6-0a67-41f3-9e8a-abe9fd8c6d0f" providerId="ADAL" clId="{915CFA22-47C4-4C36-9EC8-CBE3CD152D08}" dt="2024-10-25T21:36:44.779" v="14187" actId="478"/>
          <ac:inkMkLst>
            <pc:docMk/>
            <pc:sldMk cId="349881353" sldId="264"/>
            <ac:inkMk id="15" creationId="{BB3626BA-84B1-F0E1-9993-EC19D801D1DC}"/>
          </ac:inkMkLst>
        </pc:inkChg>
        <pc:inkChg chg="add mod">
          <ac:chgData name="Pacheco, Miles" userId="317032e6-0a67-41f3-9e8a-abe9fd8c6d0f" providerId="ADAL" clId="{915CFA22-47C4-4C36-9EC8-CBE3CD152D08}" dt="2024-10-17T17:24:52.209" v="9690" actId="1076"/>
          <ac:inkMkLst>
            <pc:docMk/>
            <pc:sldMk cId="349881353" sldId="264"/>
            <ac:inkMk id="16" creationId="{40CE79F0-A75C-DFA1-143F-BE7E9E0E06C1}"/>
          </ac:inkMkLst>
        </pc:inkChg>
        <pc:inkChg chg="add mod">
          <ac:chgData name="Pacheco, Miles" userId="317032e6-0a67-41f3-9e8a-abe9fd8c6d0f" providerId="ADAL" clId="{915CFA22-47C4-4C36-9EC8-CBE3CD152D08}" dt="2024-10-17T17:24:52.209" v="9690" actId="1076"/>
          <ac:inkMkLst>
            <pc:docMk/>
            <pc:sldMk cId="349881353" sldId="264"/>
            <ac:inkMk id="17" creationId="{DED6C90F-4D78-34F7-86B9-D59DEFEE223B}"/>
          </ac:inkMkLst>
        </pc:inkChg>
        <pc:inkChg chg="add del mod">
          <ac:chgData name="Pacheco, Miles" userId="317032e6-0a67-41f3-9e8a-abe9fd8c6d0f" providerId="ADAL" clId="{915CFA22-47C4-4C36-9EC8-CBE3CD152D08}" dt="2024-10-25T21:38:07.609" v="14221" actId="478"/>
          <ac:inkMkLst>
            <pc:docMk/>
            <pc:sldMk cId="349881353" sldId="264"/>
            <ac:inkMk id="18" creationId="{7BAACAD0-EAEA-6328-43A3-3653F7027C7B}"/>
          </ac:inkMkLst>
        </pc:inkChg>
        <pc:inkChg chg="add del mod">
          <ac:chgData name="Pacheco, Miles" userId="317032e6-0a67-41f3-9e8a-abe9fd8c6d0f" providerId="ADAL" clId="{915CFA22-47C4-4C36-9EC8-CBE3CD152D08}" dt="2024-10-25T21:37:48.968" v="14195" actId="478"/>
          <ac:inkMkLst>
            <pc:docMk/>
            <pc:sldMk cId="349881353" sldId="264"/>
            <ac:inkMk id="19" creationId="{43F688CC-27C6-042D-E864-985152A05407}"/>
          </ac:inkMkLst>
        </pc:inkChg>
        <pc:inkChg chg="add mod">
          <ac:chgData name="Pacheco, Miles" userId="317032e6-0a67-41f3-9e8a-abe9fd8c6d0f" providerId="ADAL" clId="{915CFA22-47C4-4C36-9EC8-CBE3CD152D08}" dt="2024-10-17T17:24:52.209" v="9690" actId="1076"/>
          <ac:inkMkLst>
            <pc:docMk/>
            <pc:sldMk cId="349881353" sldId="264"/>
            <ac:inkMk id="20" creationId="{83C935D2-E63B-9AE0-6D3D-FB6B819F9F77}"/>
          </ac:inkMkLst>
        </pc:inkChg>
        <pc:inkChg chg="add mod">
          <ac:chgData name="Pacheco, Miles" userId="317032e6-0a67-41f3-9e8a-abe9fd8c6d0f" providerId="ADAL" clId="{915CFA22-47C4-4C36-9EC8-CBE3CD152D08}" dt="2024-10-17T17:24:52.209" v="9690" actId="1076"/>
          <ac:inkMkLst>
            <pc:docMk/>
            <pc:sldMk cId="349881353" sldId="264"/>
            <ac:inkMk id="21" creationId="{174AB11A-BBAC-AEA5-292A-AE68696BADA3}"/>
          </ac:inkMkLst>
        </pc:inkChg>
      </pc:sldChg>
      <pc:sldChg chg="add del">
        <pc:chgData name="Pacheco, Miles" userId="317032e6-0a67-41f3-9e8a-abe9fd8c6d0f" providerId="ADAL" clId="{915CFA22-47C4-4C36-9EC8-CBE3CD152D08}" dt="2024-10-15T17:00:56.669" v="628" actId="47"/>
        <pc:sldMkLst>
          <pc:docMk/>
          <pc:sldMk cId="1313807147" sldId="265"/>
        </pc:sldMkLst>
      </pc:sldChg>
      <pc:sldChg chg="addSp delSp modSp add mod">
        <pc:chgData name="Pacheco, Miles" userId="317032e6-0a67-41f3-9e8a-abe9fd8c6d0f" providerId="ADAL" clId="{915CFA22-47C4-4C36-9EC8-CBE3CD152D08}" dt="2024-10-25T21:33:07.884" v="14152" actId="1036"/>
        <pc:sldMkLst>
          <pc:docMk/>
          <pc:sldMk cId="1992992287" sldId="265"/>
        </pc:sldMkLst>
        <pc:spChg chg="mod">
          <ac:chgData name="Pacheco, Miles" userId="317032e6-0a67-41f3-9e8a-abe9fd8c6d0f" providerId="ADAL" clId="{915CFA22-47C4-4C36-9EC8-CBE3CD152D08}" dt="2024-10-17T17:46:25.390" v="10420" actId="20577"/>
          <ac:spMkLst>
            <pc:docMk/>
            <pc:sldMk cId="1992992287" sldId="265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7T17:46:45.817" v="10421" actId="22"/>
          <ac:spMkLst>
            <pc:docMk/>
            <pc:sldMk cId="1992992287" sldId="265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08:55.631" v="1674" actId="403"/>
          <ac:spMkLst>
            <pc:docMk/>
            <pc:sldMk cId="1992992287" sldId="265"/>
            <ac:spMk id="4" creationId="{C3BEB0B9-51B1-3674-94F7-C6571516EAEB}"/>
          </ac:spMkLst>
        </pc:spChg>
        <pc:spChg chg="add del mod">
          <ac:chgData name="Pacheco, Miles" userId="317032e6-0a67-41f3-9e8a-abe9fd8c6d0f" providerId="ADAL" clId="{915CFA22-47C4-4C36-9EC8-CBE3CD152D08}" dt="2024-10-25T21:30:37.013" v="14071" actId="478"/>
          <ac:spMkLst>
            <pc:docMk/>
            <pc:sldMk cId="1992992287" sldId="265"/>
            <ac:spMk id="7" creationId="{D19E1A07-4A6A-FC30-1120-A0378DB96601}"/>
          </ac:spMkLst>
        </pc:spChg>
        <pc:spChg chg="add del mod">
          <ac:chgData name="Pacheco, Miles" userId="317032e6-0a67-41f3-9e8a-abe9fd8c6d0f" providerId="ADAL" clId="{915CFA22-47C4-4C36-9EC8-CBE3CD152D08}" dt="2024-10-17T17:50:00.080" v="10428" actId="22"/>
          <ac:spMkLst>
            <pc:docMk/>
            <pc:sldMk cId="1992992287" sldId="265"/>
            <ac:spMk id="8" creationId="{FFE94DA7-21DE-0C36-F6C8-EF44983846D2}"/>
          </ac:spMkLst>
        </pc:spChg>
        <pc:spChg chg="add del mod">
          <ac:chgData name="Pacheco, Miles" userId="317032e6-0a67-41f3-9e8a-abe9fd8c6d0f" providerId="ADAL" clId="{915CFA22-47C4-4C36-9EC8-CBE3CD152D08}" dt="2024-10-25T21:31:20.334" v="14083" actId="478"/>
          <ac:spMkLst>
            <pc:docMk/>
            <pc:sldMk cId="1992992287" sldId="265"/>
            <ac:spMk id="9" creationId="{D518C632-61EC-B43D-73B3-8C2ED8D837EC}"/>
          </ac:spMkLst>
        </pc:spChg>
        <pc:spChg chg="add del mod">
          <ac:chgData name="Pacheco, Miles" userId="317032e6-0a67-41f3-9e8a-abe9fd8c6d0f" providerId="ADAL" clId="{915CFA22-47C4-4C36-9EC8-CBE3CD152D08}" dt="2024-10-25T21:31:53.526" v="14093"/>
          <ac:spMkLst>
            <pc:docMk/>
            <pc:sldMk cId="1992992287" sldId="265"/>
            <ac:spMk id="11" creationId="{46CD2448-3ABC-D866-2348-0621371DD510}"/>
          </ac:spMkLst>
        </pc:spChg>
        <pc:spChg chg="add del mod">
          <ac:chgData name="Pacheco, Miles" userId="317032e6-0a67-41f3-9e8a-abe9fd8c6d0f" providerId="ADAL" clId="{915CFA22-47C4-4C36-9EC8-CBE3CD152D08}" dt="2024-10-17T17:52:01.142" v="10436" actId="22"/>
          <ac:spMkLst>
            <pc:docMk/>
            <pc:sldMk cId="1992992287" sldId="265"/>
            <ac:spMk id="19" creationId="{6A00DB07-FD3C-D452-B3CE-49353444839B}"/>
          </ac:spMkLst>
        </pc:spChg>
        <pc:spChg chg="add del mod">
          <ac:chgData name="Pacheco, Miles" userId="317032e6-0a67-41f3-9e8a-abe9fd8c6d0f" providerId="ADAL" clId="{915CFA22-47C4-4C36-9EC8-CBE3CD152D08}" dt="2024-10-17T17:53:58.689" v="10473"/>
          <ac:spMkLst>
            <pc:docMk/>
            <pc:sldMk cId="1992992287" sldId="265"/>
            <ac:spMk id="32" creationId="{6E54813F-D5FE-9AB7-774F-07AC96345472}"/>
          </ac:spMkLst>
        </pc:spChg>
        <pc:spChg chg="add del mod">
          <ac:chgData name="Pacheco, Miles" userId="317032e6-0a67-41f3-9e8a-abe9fd8c6d0f" providerId="ADAL" clId="{915CFA22-47C4-4C36-9EC8-CBE3CD152D08}" dt="2024-10-17T17:59:45.276" v="10536" actId="22"/>
          <ac:spMkLst>
            <pc:docMk/>
            <pc:sldMk cId="1992992287" sldId="265"/>
            <ac:spMk id="42" creationId="{9B5102B4-316B-03E6-E1F7-6AE992F0529F}"/>
          </ac:spMkLst>
        </pc:spChg>
        <pc:picChg chg="add del mod ord">
          <ac:chgData name="Pacheco, Miles" userId="317032e6-0a67-41f3-9e8a-abe9fd8c6d0f" providerId="ADAL" clId="{915CFA22-47C4-4C36-9EC8-CBE3CD152D08}" dt="2024-10-25T21:31:52.794" v="14092" actId="21"/>
          <ac:picMkLst>
            <pc:docMk/>
            <pc:sldMk cId="1992992287" sldId="265"/>
            <ac:picMk id="5" creationId="{695AAFCE-70E9-D7D3-20A9-7BCA449741F9}"/>
          </ac:picMkLst>
        </pc:picChg>
        <pc:picChg chg="add del mod ord">
          <ac:chgData name="Pacheco, Miles" userId="317032e6-0a67-41f3-9e8a-abe9fd8c6d0f" providerId="ADAL" clId="{915CFA22-47C4-4C36-9EC8-CBE3CD152D08}" dt="2024-10-17T17:49:51.797" v="10424" actId="478"/>
          <ac:picMkLst>
            <pc:docMk/>
            <pc:sldMk cId="1992992287" sldId="265"/>
            <ac:picMk id="6" creationId="{303B18D4-A7C0-88A0-4F54-3446A0C663AD}"/>
          </ac:picMkLst>
        </pc:picChg>
        <pc:picChg chg="add del mod">
          <ac:chgData name="Pacheco, Miles" userId="317032e6-0a67-41f3-9e8a-abe9fd8c6d0f" providerId="ADAL" clId="{915CFA22-47C4-4C36-9EC8-CBE3CD152D08}" dt="2024-10-17T17:49:57.067" v="10427" actId="478"/>
          <ac:picMkLst>
            <pc:docMk/>
            <pc:sldMk cId="1992992287" sldId="265"/>
            <ac:picMk id="10" creationId="{1F2A1793-E66A-3420-3837-8002B0F90A0B}"/>
          </ac:picMkLst>
        </pc:picChg>
        <pc:picChg chg="add mod ord">
          <ac:chgData name="Pacheco, Miles" userId="317032e6-0a67-41f3-9e8a-abe9fd8c6d0f" providerId="ADAL" clId="{915CFA22-47C4-4C36-9EC8-CBE3CD152D08}" dt="2024-10-25T21:32:41.655" v="14115" actId="1037"/>
          <ac:picMkLst>
            <pc:docMk/>
            <pc:sldMk cId="1992992287" sldId="265"/>
            <ac:picMk id="12" creationId="{695AAFCE-70E9-D7D3-20A9-7BCA449741F9}"/>
          </ac:picMkLst>
        </pc:picChg>
        <pc:picChg chg="add del mod ord">
          <ac:chgData name="Pacheco, Miles" userId="317032e6-0a67-41f3-9e8a-abe9fd8c6d0f" providerId="ADAL" clId="{915CFA22-47C4-4C36-9EC8-CBE3CD152D08}" dt="2024-10-17T17:51:49.965" v="10433" actId="478"/>
          <ac:picMkLst>
            <pc:docMk/>
            <pc:sldMk cId="1992992287" sldId="265"/>
            <ac:picMk id="12" creationId="{E46030CC-B6D1-83DC-549B-A08D17530090}"/>
          </ac:picMkLst>
        </pc:picChg>
        <pc:picChg chg="add del mod">
          <ac:chgData name="Pacheco, Miles" userId="317032e6-0a67-41f3-9e8a-abe9fd8c6d0f" providerId="ADAL" clId="{915CFA22-47C4-4C36-9EC8-CBE3CD152D08}" dt="2024-10-17T17:51:52.258" v="10434" actId="478"/>
          <ac:picMkLst>
            <pc:docMk/>
            <pc:sldMk cId="1992992287" sldId="265"/>
            <ac:picMk id="13" creationId="{FECF77C8-8796-99F9-79A5-E35E85F7E796}"/>
          </ac:picMkLst>
        </pc:picChg>
        <pc:picChg chg="add del mod ord">
          <ac:chgData name="Pacheco, Miles" userId="317032e6-0a67-41f3-9e8a-abe9fd8c6d0f" providerId="ADAL" clId="{915CFA22-47C4-4C36-9EC8-CBE3CD152D08}" dt="2024-10-17T17:53:20.084" v="10451" actId="478"/>
          <ac:picMkLst>
            <pc:docMk/>
            <pc:sldMk cId="1992992287" sldId="265"/>
            <ac:picMk id="21" creationId="{C408F356-A300-146A-5B4F-EC9825D0F0F6}"/>
          </ac:picMkLst>
        </pc:picChg>
        <pc:picChg chg="add mod">
          <ac:chgData name="Pacheco, Miles" userId="317032e6-0a67-41f3-9e8a-abe9fd8c6d0f" providerId="ADAL" clId="{915CFA22-47C4-4C36-9EC8-CBE3CD152D08}" dt="2024-10-17T17:52:26.665" v="10444"/>
          <ac:picMkLst>
            <pc:docMk/>
            <pc:sldMk cId="1992992287" sldId="265"/>
            <ac:picMk id="22" creationId="{F2D934B9-C5F6-4CBC-35C0-F0778196F290}"/>
          </ac:picMkLst>
        </pc:picChg>
        <pc:picChg chg="add del mod ord">
          <ac:chgData name="Pacheco, Miles" userId="317032e6-0a67-41f3-9e8a-abe9fd8c6d0f" providerId="ADAL" clId="{915CFA22-47C4-4C36-9EC8-CBE3CD152D08}" dt="2024-10-17T17:53:57.457" v="10472" actId="21"/>
          <ac:picMkLst>
            <pc:docMk/>
            <pc:sldMk cId="1992992287" sldId="265"/>
            <ac:picMk id="34" creationId="{718550EB-133B-4713-82E4-83106E17CDD6}"/>
          </ac:picMkLst>
        </pc:picChg>
        <pc:picChg chg="add del mod ord">
          <ac:chgData name="Pacheco, Miles" userId="317032e6-0a67-41f3-9e8a-abe9fd8c6d0f" providerId="ADAL" clId="{915CFA22-47C4-4C36-9EC8-CBE3CD152D08}" dt="2024-10-17T17:59:42.909" v="10533" actId="478"/>
          <ac:picMkLst>
            <pc:docMk/>
            <pc:sldMk cId="1992992287" sldId="265"/>
            <ac:picMk id="35" creationId="{718550EB-133B-4713-82E4-83106E17CDD6}"/>
          </ac:picMkLst>
        </pc:picChg>
        <pc:picChg chg="add del">
          <ac:chgData name="Pacheco, Miles" userId="317032e6-0a67-41f3-9e8a-abe9fd8c6d0f" providerId="ADAL" clId="{915CFA22-47C4-4C36-9EC8-CBE3CD152D08}" dt="2024-10-17T17:59:44.040" v="10535" actId="22"/>
          <ac:picMkLst>
            <pc:docMk/>
            <pc:sldMk cId="1992992287" sldId="265"/>
            <ac:picMk id="44" creationId="{047B0AEC-57AD-5429-7C67-ABD120E6BF10}"/>
          </ac:picMkLst>
        </pc:picChg>
        <pc:picChg chg="add del mod ord">
          <ac:chgData name="Pacheco, Miles" userId="317032e6-0a67-41f3-9e8a-abe9fd8c6d0f" providerId="ADAL" clId="{915CFA22-47C4-4C36-9EC8-CBE3CD152D08}" dt="2024-10-25T21:31:41.124" v="14090" actId="478"/>
          <ac:picMkLst>
            <pc:docMk/>
            <pc:sldMk cId="1992992287" sldId="265"/>
            <ac:picMk id="46" creationId="{323C0820-E1C0-6BA8-EC84-82E17F922D1C}"/>
          </ac:picMkLst>
        </pc:picChg>
        <pc:inkChg chg="add del mod">
          <ac:chgData name="Pacheco, Miles" userId="317032e6-0a67-41f3-9e8a-abe9fd8c6d0f" providerId="ADAL" clId="{915CFA22-47C4-4C36-9EC8-CBE3CD152D08}" dt="2024-10-17T17:52:00.051" v="10435" actId="478"/>
          <ac:inkMkLst>
            <pc:docMk/>
            <pc:sldMk cId="1992992287" sldId="265"/>
            <ac:inkMk id="14" creationId="{2B6F8E1B-34E0-8528-ED0D-75656712E308}"/>
          </ac:inkMkLst>
        </pc:inkChg>
        <pc:inkChg chg="add del mod">
          <ac:chgData name="Pacheco, Miles" userId="317032e6-0a67-41f3-9e8a-abe9fd8c6d0f" providerId="ADAL" clId="{915CFA22-47C4-4C36-9EC8-CBE3CD152D08}" dt="2024-10-17T17:52:00.051" v="10435" actId="478"/>
          <ac:inkMkLst>
            <pc:docMk/>
            <pc:sldMk cId="1992992287" sldId="265"/>
            <ac:inkMk id="15" creationId="{E9C6B698-2900-EC0E-DDD1-1D34397A35D1}"/>
          </ac:inkMkLst>
        </pc:inkChg>
        <pc:inkChg chg="add del mod">
          <ac:chgData name="Pacheco, Miles" userId="317032e6-0a67-41f3-9e8a-abe9fd8c6d0f" providerId="ADAL" clId="{915CFA22-47C4-4C36-9EC8-CBE3CD152D08}" dt="2024-10-17T17:52:00.051" v="10435" actId="478"/>
          <ac:inkMkLst>
            <pc:docMk/>
            <pc:sldMk cId="1992992287" sldId="265"/>
            <ac:inkMk id="16" creationId="{CE220D9D-F131-1109-D807-C64B82089A3F}"/>
          </ac:inkMkLst>
        </pc:inkChg>
        <pc:inkChg chg="add del mod">
          <ac:chgData name="Pacheco, Miles" userId="317032e6-0a67-41f3-9e8a-abe9fd8c6d0f" providerId="ADAL" clId="{915CFA22-47C4-4C36-9EC8-CBE3CD152D08}" dt="2024-10-17T17:52:00.051" v="10435" actId="478"/>
          <ac:inkMkLst>
            <pc:docMk/>
            <pc:sldMk cId="1992992287" sldId="265"/>
            <ac:inkMk id="17" creationId="{6E63B93D-DE98-9BF1-AAE2-EE01155A29BB}"/>
          </ac:inkMkLst>
        </pc:inkChg>
        <pc:inkChg chg="add mod">
          <ac:chgData name="Pacheco, Miles" userId="317032e6-0a67-41f3-9e8a-abe9fd8c6d0f" providerId="ADAL" clId="{915CFA22-47C4-4C36-9EC8-CBE3CD152D08}" dt="2024-10-17T17:52:26.070" v="10443" actId="14100"/>
          <ac:inkMkLst>
            <pc:docMk/>
            <pc:sldMk cId="1992992287" sldId="265"/>
            <ac:inkMk id="23" creationId="{8FFD1807-24E2-55FB-8305-6D1D18208610}"/>
          </ac:inkMkLst>
        </pc:inkChg>
        <pc:inkChg chg="add mod">
          <ac:chgData name="Pacheco, Miles" userId="317032e6-0a67-41f3-9e8a-abe9fd8c6d0f" providerId="ADAL" clId="{915CFA22-47C4-4C36-9EC8-CBE3CD152D08}" dt="2024-10-17T17:52:26.070" v="10443" actId="14100"/>
          <ac:inkMkLst>
            <pc:docMk/>
            <pc:sldMk cId="1992992287" sldId="265"/>
            <ac:inkMk id="24" creationId="{EAFF9B31-2012-D229-A111-E3B56AB32FD5}"/>
          </ac:inkMkLst>
        </pc:inkChg>
        <pc:inkChg chg="add mod">
          <ac:chgData name="Pacheco, Miles" userId="317032e6-0a67-41f3-9e8a-abe9fd8c6d0f" providerId="ADAL" clId="{915CFA22-47C4-4C36-9EC8-CBE3CD152D08}" dt="2024-10-17T17:52:26.070" v="10443" actId="14100"/>
          <ac:inkMkLst>
            <pc:docMk/>
            <pc:sldMk cId="1992992287" sldId="265"/>
            <ac:inkMk id="25" creationId="{33BE2E0D-891F-50D1-95DC-EBDFB9B367E6}"/>
          </ac:inkMkLst>
        </pc:inkChg>
        <pc:inkChg chg="add mod">
          <ac:chgData name="Pacheco, Miles" userId="317032e6-0a67-41f3-9e8a-abe9fd8c6d0f" providerId="ADAL" clId="{915CFA22-47C4-4C36-9EC8-CBE3CD152D08}" dt="2024-10-17T17:52:26.070" v="10443" actId="14100"/>
          <ac:inkMkLst>
            <pc:docMk/>
            <pc:sldMk cId="1992992287" sldId="265"/>
            <ac:inkMk id="26" creationId="{97132224-81D1-E639-4A52-CD30E4627411}"/>
          </ac:inkMkLst>
        </pc:inkChg>
        <pc:inkChg chg="add mod">
          <ac:chgData name="Pacheco, Miles" userId="317032e6-0a67-41f3-9e8a-abe9fd8c6d0f" providerId="ADAL" clId="{915CFA22-47C4-4C36-9EC8-CBE3CD152D08}" dt="2024-10-25T21:32:54.805" v="14143" actId="1037"/>
          <ac:inkMkLst>
            <pc:docMk/>
            <pc:sldMk cId="1992992287" sldId="265"/>
            <ac:inkMk id="27" creationId="{F13C9330-3A99-4A6D-0B06-3E99A9EE05AB}"/>
          </ac:inkMkLst>
        </pc:inkChg>
        <pc:inkChg chg="add mod">
          <ac:chgData name="Pacheco, Miles" userId="317032e6-0a67-41f3-9e8a-abe9fd8c6d0f" providerId="ADAL" clId="{915CFA22-47C4-4C36-9EC8-CBE3CD152D08}" dt="2024-10-25T21:32:41.655" v="14115" actId="1037"/>
          <ac:inkMkLst>
            <pc:docMk/>
            <pc:sldMk cId="1992992287" sldId="265"/>
            <ac:inkMk id="28" creationId="{7A9CCB75-EA5E-EB6B-23D3-56091FBBFAE2}"/>
          </ac:inkMkLst>
        </pc:inkChg>
        <pc:inkChg chg="add mod">
          <ac:chgData name="Pacheco, Miles" userId="317032e6-0a67-41f3-9e8a-abe9fd8c6d0f" providerId="ADAL" clId="{915CFA22-47C4-4C36-9EC8-CBE3CD152D08}" dt="2024-10-25T21:32:41.655" v="14115" actId="1037"/>
          <ac:inkMkLst>
            <pc:docMk/>
            <pc:sldMk cId="1992992287" sldId="265"/>
            <ac:inkMk id="29" creationId="{6AE90974-0B23-CA54-732A-BECEEB147967}"/>
          </ac:inkMkLst>
        </pc:inkChg>
        <pc:inkChg chg="add del">
          <ac:chgData name="Pacheco, Miles" userId="317032e6-0a67-41f3-9e8a-abe9fd8c6d0f" providerId="ADAL" clId="{915CFA22-47C4-4C36-9EC8-CBE3CD152D08}" dt="2024-10-17T17:53:17.549" v="10450" actId="9405"/>
          <ac:inkMkLst>
            <pc:docMk/>
            <pc:sldMk cId="1992992287" sldId="265"/>
            <ac:inkMk id="30" creationId="{8EF3463E-EB13-04A8-F802-101C296DA8DA}"/>
          </ac:inkMkLst>
        </pc:inkChg>
        <pc:inkChg chg="add mod">
          <ac:chgData name="Pacheco, Miles" userId="317032e6-0a67-41f3-9e8a-abe9fd8c6d0f" providerId="ADAL" clId="{915CFA22-47C4-4C36-9EC8-CBE3CD152D08}" dt="2024-10-25T21:32:48.453" v="14116" actId="14100"/>
          <ac:inkMkLst>
            <pc:docMk/>
            <pc:sldMk cId="1992992287" sldId="265"/>
            <ac:inkMk id="36" creationId="{B26FA8F5-8C26-5D2B-3CBA-261C900841D8}"/>
          </ac:inkMkLst>
        </pc:inkChg>
        <pc:inkChg chg="add mod">
          <ac:chgData name="Pacheco, Miles" userId="317032e6-0a67-41f3-9e8a-abe9fd8c6d0f" providerId="ADAL" clId="{915CFA22-47C4-4C36-9EC8-CBE3CD152D08}" dt="2024-10-25T21:32:41.655" v="14115" actId="1037"/>
          <ac:inkMkLst>
            <pc:docMk/>
            <pc:sldMk cId="1992992287" sldId="265"/>
            <ac:inkMk id="37" creationId="{8CCCDECD-B8C1-60D0-4991-D8D2D8A77739}"/>
          </ac:inkMkLst>
        </pc:inkChg>
        <pc:inkChg chg="add mod">
          <ac:chgData name="Pacheco, Miles" userId="317032e6-0a67-41f3-9e8a-abe9fd8c6d0f" providerId="ADAL" clId="{915CFA22-47C4-4C36-9EC8-CBE3CD152D08}" dt="2024-10-25T21:33:07.884" v="14152" actId="1036"/>
          <ac:inkMkLst>
            <pc:docMk/>
            <pc:sldMk cId="1992992287" sldId="265"/>
            <ac:inkMk id="38" creationId="{C0F6ABB6-9552-18E8-966E-C5214D064313}"/>
          </ac:inkMkLst>
        </pc:inkChg>
        <pc:inkChg chg="add mod">
          <ac:chgData name="Pacheco, Miles" userId="317032e6-0a67-41f3-9e8a-abe9fd8c6d0f" providerId="ADAL" clId="{915CFA22-47C4-4C36-9EC8-CBE3CD152D08}" dt="2024-10-25T21:32:57.762" v="14148" actId="1037"/>
          <ac:inkMkLst>
            <pc:docMk/>
            <pc:sldMk cId="1992992287" sldId="265"/>
            <ac:inkMk id="39" creationId="{DCADAA77-7252-56FC-592D-9B03EC36C291}"/>
          </ac:inkMkLst>
        </pc:inkChg>
        <pc:inkChg chg="add mod">
          <ac:chgData name="Pacheco, Miles" userId="317032e6-0a67-41f3-9e8a-abe9fd8c6d0f" providerId="ADAL" clId="{915CFA22-47C4-4C36-9EC8-CBE3CD152D08}" dt="2024-10-25T21:32:41.655" v="14115" actId="1037"/>
          <ac:inkMkLst>
            <pc:docMk/>
            <pc:sldMk cId="1992992287" sldId="265"/>
            <ac:inkMk id="40" creationId="{132CE1B0-AE9F-961C-26DB-AA772252E1C1}"/>
          </ac:inkMkLst>
        </pc:inkChg>
        <pc:inkChg chg="add mod">
          <ac:chgData name="Pacheco, Miles" userId="317032e6-0a67-41f3-9e8a-abe9fd8c6d0f" providerId="ADAL" clId="{915CFA22-47C4-4C36-9EC8-CBE3CD152D08}" dt="2024-10-25T21:33:04.549" v="14149" actId="14100"/>
          <ac:inkMkLst>
            <pc:docMk/>
            <pc:sldMk cId="1992992287" sldId="265"/>
            <ac:inkMk id="47" creationId="{4C91778A-3FFC-3279-7E2F-EF6DA73EA36C}"/>
          </ac:inkMkLst>
        </pc:inkChg>
      </pc:sldChg>
      <pc:sldChg chg="modSp add mod">
        <pc:chgData name="Pacheco, Miles" userId="317032e6-0a67-41f3-9e8a-abe9fd8c6d0f" providerId="ADAL" clId="{915CFA22-47C4-4C36-9EC8-CBE3CD152D08}" dt="2024-10-17T17:44:44.320" v="10279" actId="114"/>
        <pc:sldMkLst>
          <pc:docMk/>
          <pc:sldMk cId="2011349752" sldId="266"/>
        </pc:sldMkLst>
        <pc:spChg chg="mod">
          <ac:chgData name="Pacheco, Miles" userId="317032e6-0a67-41f3-9e8a-abe9fd8c6d0f" providerId="ADAL" clId="{915CFA22-47C4-4C36-9EC8-CBE3CD152D08}" dt="2024-10-16T21:34:05.562" v="8408" actId="20577"/>
          <ac:spMkLst>
            <pc:docMk/>
            <pc:sldMk cId="2011349752" sldId="266"/>
            <ac:spMk id="2" creationId="{AC9415E9-CD5F-19D5-6907-CE8036D0E19B}"/>
          </ac:spMkLst>
        </pc:spChg>
        <pc:spChg chg="mod">
          <ac:chgData name="Pacheco, Miles" userId="317032e6-0a67-41f3-9e8a-abe9fd8c6d0f" providerId="ADAL" clId="{915CFA22-47C4-4C36-9EC8-CBE3CD152D08}" dt="2024-10-15T18:06:52.572" v="1389" actId="20577"/>
          <ac:spMkLst>
            <pc:docMk/>
            <pc:sldMk cId="2011349752" sldId="266"/>
            <ac:spMk id="4" creationId="{37FD76E4-7BEC-439F-993E-3437BCBCD7C6}"/>
          </ac:spMkLst>
        </pc:spChg>
        <pc:spChg chg="mod">
          <ac:chgData name="Pacheco, Miles" userId="317032e6-0a67-41f3-9e8a-abe9fd8c6d0f" providerId="ADAL" clId="{915CFA22-47C4-4C36-9EC8-CBE3CD152D08}" dt="2024-10-17T17:44:44.320" v="10279" actId="114"/>
          <ac:spMkLst>
            <pc:docMk/>
            <pc:sldMk cId="2011349752" sldId="266"/>
            <ac:spMk id="6" creationId="{DD2250E1-7A04-B67E-EFE3-A23ADF434036}"/>
          </ac:spMkLst>
        </pc:spChg>
      </pc:sldChg>
      <pc:sldChg chg="addSp delSp modSp add mod">
        <pc:chgData name="Pacheco, Miles" userId="317032e6-0a67-41f3-9e8a-abe9fd8c6d0f" providerId="ADAL" clId="{915CFA22-47C4-4C36-9EC8-CBE3CD152D08}" dt="2024-10-17T17:11:33.029" v="9665" actId="22"/>
        <pc:sldMkLst>
          <pc:docMk/>
          <pc:sldMk cId="948805616" sldId="267"/>
        </pc:sldMkLst>
        <pc:spChg chg="mod">
          <ac:chgData name="Pacheco, Miles" userId="317032e6-0a67-41f3-9e8a-abe9fd8c6d0f" providerId="ADAL" clId="{915CFA22-47C4-4C36-9EC8-CBE3CD152D08}" dt="2024-10-17T17:02:03.906" v="9550" actId="404"/>
          <ac:spMkLst>
            <pc:docMk/>
            <pc:sldMk cId="948805616" sldId="267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7T17:11:33.029" v="9665" actId="22"/>
          <ac:spMkLst>
            <pc:docMk/>
            <pc:sldMk cId="948805616" sldId="267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09:50.344" v="1702" actId="20577"/>
          <ac:spMkLst>
            <pc:docMk/>
            <pc:sldMk cId="948805616" sldId="267"/>
            <ac:spMk id="4" creationId="{C3BEB0B9-51B1-3674-94F7-C6571516EAEB}"/>
          </ac:spMkLst>
        </pc:spChg>
        <pc:picChg chg="add mod ord">
          <ac:chgData name="Pacheco, Miles" userId="317032e6-0a67-41f3-9e8a-abe9fd8c6d0f" providerId="ADAL" clId="{915CFA22-47C4-4C36-9EC8-CBE3CD152D08}" dt="2024-10-17T17:11:33.029" v="9665" actId="22"/>
          <ac:picMkLst>
            <pc:docMk/>
            <pc:sldMk cId="948805616" sldId="267"/>
            <ac:picMk id="6" creationId="{91B51FDB-1453-D2AA-4E02-ABE3F94AA831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17T17:14:14.479" v="9666" actId="22"/>
        <pc:sldMkLst>
          <pc:docMk/>
          <pc:sldMk cId="2619763765" sldId="268"/>
        </pc:sldMkLst>
        <pc:spChg chg="mod">
          <ac:chgData name="Pacheco, Miles" userId="317032e6-0a67-41f3-9e8a-abe9fd8c6d0f" providerId="ADAL" clId="{915CFA22-47C4-4C36-9EC8-CBE3CD152D08}" dt="2024-10-17T17:03:46.330" v="9664" actId="20577"/>
          <ac:spMkLst>
            <pc:docMk/>
            <pc:sldMk cId="2619763765" sldId="268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7T17:14:14.479" v="9666" actId="22"/>
          <ac:spMkLst>
            <pc:docMk/>
            <pc:sldMk cId="2619763765" sldId="268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16:32.949" v="2493" actId="20577"/>
          <ac:spMkLst>
            <pc:docMk/>
            <pc:sldMk cId="2619763765" sldId="268"/>
            <ac:spMk id="4" creationId="{C3BEB0B9-51B1-3674-94F7-C6571516EAEB}"/>
          </ac:spMkLst>
        </pc:spChg>
        <pc:picChg chg="add mod ord">
          <ac:chgData name="Pacheco, Miles" userId="317032e6-0a67-41f3-9e8a-abe9fd8c6d0f" providerId="ADAL" clId="{915CFA22-47C4-4C36-9EC8-CBE3CD152D08}" dt="2024-10-17T17:14:14.479" v="9666" actId="22"/>
          <ac:picMkLst>
            <pc:docMk/>
            <pc:sldMk cId="2619763765" sldId="268"/>
            <ac:picMk id="8" creationId="{BA3B3B84-FE22-8237-8FEA-34301A7F0B84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25T21:45:56.047" v="14353" actId="6549"/>
        <pc:sldMkLst>
          <pc:docMk/>
          <pc:sldMk cId="4015056769" sldId="269"/>
        </pc:sldMkLst>
        <pc:spChg chg="mod">
          <ac:chgData name="Pacheco, Miles" userId="317032e6-0a67-41f3-9e8a-abe9fd8c6d0f" providerId="ADAL" clId="{915CFA22-47C4-4C36-9EC8-CBE3CD152D08}" dt="2024-10-25T21:45:56.047" v="14353" actId="6549"/>
          <ac:spMkLst>
            <pc:docMk/>
            <pc:sldMk cId="4015056769" sldId="269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7T18:02:59.377" v="10633" actId="22"/>
          <ac:spMkLst>
            <pc:docMk/>
            <pc:sldMk cId="4015056769" sldId="269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16:55.777" v="2528" actId="20577"/>
          <ac:spMkLst>
            <pc:docMk/>
            <pc:sldMk cId="4015056769" sldId="269"/>
            <ac:spMk id="4" creationId="{C3BEB0B9-51B1-3674-94F7-C6571516EAEB}"/>
          </ac:spMkLst>
        </pc:spChg>
        <pc:picChg chg="add mod ord">
          <ac:chgData name="Pacheco, Miles" userId="317032e6-0a67-41f3-9e8a-abe9fd8c6d0f" providerId="ADAL" clId="{915CFA22-47C4-4C36-9EC8-CBE3CD152D08}" dt="2024-10-17T18:03:04.339" v="10634" actId="1076"/>
          <ac:picMkLst>
            <pc:docMk/>
            <pc:sldMk cId="4015056769" sldId="269"/>
            <ac:picMk id="6" creationId="{CF9766D8-E564-AC01-B956-BC3EAAEC12D2}"/>
          </ac:picMkLst>
        </pc:picChg>
        <pc:picChg chg="add mod">
          <ac:chgData name="Pacheco, Miles" userId="317032e6-0a67-41f3-9e8a-abe9fd8c6d0f" providerId="ADAL" clId="{915CFA22-47C4-4C36-9EC8-CBE3CD152D08}" dt="2024-10-17T18:08:14.035" v="11201" actId="1076"/>
          <ac:picMkLst>
            <pc:docMk/>
            <pc:sldMk cId="4015056769" sldId="269"/>
            <ac:picMk id="8" creationId="{D782DD92-6B33-4040-6E37-7C3C56481B3B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16T23:42:35.309" v="9512" actId="22"/>
        <pc:sldMkLst>
          <pc:docMk/>
          <pc:sldMk cId="1559257389" sldId="270"/>
        </pc:sldMkLst>
        <pc:spChg chg="mod">
          <ac:chgData name="Pacheco, Miles" userId="317032e6-0a67-41f3-9e8a-abe9fd8c6d0f" providerId="ADAL" clId="{915CFA22-47C4-4C36-9EC8-CBE3CD152D08}" dt="2024-10-15T18:25:00.940" v="3507" actId="113"/>
          <ac:spMkLst>
            <pc:docMk/>
            <pc:sldMk cId="1559257389" sldId="270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6T23:42:35.309" v="9512" actId="22"/>
          <ac:spMkLst>
            <pc:docMk/>
            <pc:sldMk cId="1559257389" sldId="270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18:21.338" v="2618" actId="20577"/>
          <ac:spMkLst>
            <pc:docMk/>
            <pc:sldMk cId="1559257389" sldId="270"/>
            <ac:spMk id="4" creationId="{C3BEB0B9-51B1-3674-94F7-C6571516EAEB}"/>
          </ac:spMkLst>
        </pc:spChg>
        <pc:picChg chg="add mod ord">
          <ac:chgData name="Pacheco, Miles" userId="317032e6-0a67-41f3-9e8a-abe9fd8c6d0f" providerId="ADAL" clId="{915CFA22-47C4-4C36-9EC8-CBE3CD152D08}" dt="2024-10-16T23:42:35.309" v="9512" actId="22"/>
          <ac:picMkLst>
            <pc:docMk/>
            <pc:sldMk cId="1559257389" sldId="270"/>
            <ac:picMk id="6" creationId="{C3F54A9A-3684-1D06-09BE-93E125A83261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25T21:26:27.890" v="14065" actId="20577"/>
        <pc:sldMkLst>
          <pc:docMk/>
          <pc:sldMk cId="1352360994" sldId="271"/>
        </pc:sldMkLst>
        <pc:spChg chg="mod">
          <ac:chgData name="Pacheco, Miles" userId="317032e6-0a67-41f3-9e8a-abe9fd8c6d0f" providerId="ADAL" clId="{915CFA22-47C4-4C36-9EC8-CBE3CD152D08}" dt="2024-10-25T21:26:27.890" v="14065" actId="20577"/>
          <ac:spMkLst>
            <pc:docMk/>
            <pc:sldMk cId="1352360994" sldId="271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6T23:35:55.016" v="9511" actId="22"/>
          <ac:spMkLst>
            <pc:docMk/>
            <pc:sldMk cId="1352360994" sldId="271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25:52.440" v="3558" actId="20577"/>
          <ac:spMkLst>
            <pc:docMk/>
            <pc:sldMk cId="1352360994" sldId="271"/>
            <ac:spMk id="4" creationId="{C3BEB0B9-51B1-3674-94F7-C6571516EAEB}"/>
          </ac:spMkLst>
        </pc:spChg>
        <pc:picChg chg="add mod ord">
          <ac:chgData name="Pacheco, Miles" userId="317032e6-0a67-41f3-9e8a-abe9fd8c6d0f" providerId="ADAL" clId="{915CFA22-47C4-4C36-9EC8-CBE3CD152D08}" dt="2024-10-16T23:35:55.016" v="9511" actId="22"/>
          <ac:picMkLst>
            <pc:docMk/>
            <pc:sldMk cId="1352360994" sldId="271"/>
            <ac:picMk id="6" creationId="{007F45EC-E2D6-5ACE-FDCB-762439FA1697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21T21:54:09.468" v="12270" actId="33524"/>
        <pc:sldMkLst>
          <pc:docMk/>
          <pc:sldMk cId="1442544769" sldId="272"/>
        </pc:sldMkLst>
        <pc:spChg chg="add del mod">
          <ac:chgData name="Pacheco, Miles" userId="317032e6-0a67-41f3-9e8a-abe9fd8c6d0f" providerId="ADAL" clId="{915CFA22-47C4-4C36-9EC8-CBE3CD152D08}" dt="2024-10-21T21:54:09.468" v="12270" actId="33524"/>
          <ac:spMkLst>
            <pc:docMk/>
            <pc:sldMk cId="1442544769" sldId="272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7T18:15:00.044" v="11725" actId="22"/>
          <ac:spMkLst>
            <pc:docMk/>
            <pc:sldMk cId="1442544769" sldId="272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35:42.670" v="3984" actId="20577"/>
          <ac:spMkLst>
            <pc:docMk/>
            <pc:sldMk cId="1442544769" sldId="272"/>
            <ac:spMk id="4" creationId="{C3BEB0B9-51B1-3674-94F7-C6571516EAEB}"/>
          </ac:spMkLst>
        </pc:spChg>
        <pc:spChg chg="add del mod">
          <ac:chgData name="Pacheco, Miles" userId="317032e6-0a67-41f3-9e8a-abe9fd8c6d0f" providerId="ADAL" clId="{915CFA22-47C4-4C36-9EC8-CBE3CD152D08}" dt="2024-10-15T18:36:14.200" v="4094" actId="478"/>
          <ac:spMkLst>
            <pc:docMk/>
            <pc:sldMk cId="1442544769" sldId="272"/>
            <ac:spMk id="6" creationId="{7EBC1FF1-3054-2E5A-B138-A14AD365EC90}"/>
          </ac:spMkLst>
        </pc:spChg>
        <pc:spChg chg="add del mod">
          <ac:chgData name="Pacheco, Miles" userId="317032e6-0a67-41f3-9e8a-abe9fd8c6d0f" providerId="ADAL" clId="{915CFA22-47C4-4C36-9EC8-CBE3CD152D08}" dt="2024-10-17T18:18:07.190" v="11728" actId="22"/>
          <ac:spMkLst>
            <pc:docMk/>
            <pc:sldMk cId="1442544769" sldId="272"/>
            <ac:spMk id="8" creationId="{09867E8D-BE3F-79DE-1D7B-1B9934D94447}"/>
          </ac:spMkLst>
        </pc:spChg>
        <pc:picChg chg="add del mod ord">
          <ac:chgData name="Pacheco, Miles" userId="317032e6-0a67-41f3-9e8a-abe9fd8c6d0f" providerId="ADAL" clId="{915CFA22-47C4-4C36-9EC8-CBE3CD152D08}" dt="2024-10-17T18:18:06.266" v="11727" actId="478"/>
          <ac:picMkLst>
            <pc:docMk/>
            <pc:sldMk cId="1442544769" sldId="272"/>
            <ac:picMk id="6" creationId="{93674BA4-E49B-305A-D430-5BC29DDDAFAE}"/>
          </ac:picMkLst>
        </pc:picChg>
        <pc:picChg chg="add mod ord">
          <ac:chgData name="Pacheco, Miles" userId="317032e6-0a67-41f3-9e8a-abe9fd8c6d0f" providerId="ADAL" clId="{915CFA22-47C4-4C36-9EC8-CBE3CD152D08}" dt="2024-10-17T18:19:34.301" v="11752" actId="1076"/>
          <ac:picMkLst>
            <pc:docMk/>
            <pc:sldMk cId="1442544769" sldId="272"/>
            <ac:picMk id="10" creationId="{FAACF623-6A3D-A25C-7E2C-D74D5DD95F7B}"/>
          </ac:picMkLst>
        </pc:picChg>
        <pc:picChg chg="add mod">
          <ac:chgData name="Pacheco, Miles" userId="317032e6-0a67-41f3-9e8a-abe9fd8c6d0f" providerId="ADAL" clId="{915CFA22-47C4-4C36-9EC8-CBE3CD152D08}" dt="2024-10-17T18:19:34.301" v="11751" actId="1076"/>
          <ac:picMkLst>
            <pc:docMk/>
            <pc:sldMk cId="1442544769" sldId="272"/>
            <ac:picMk id="12" creationId="{DB6EB33D-D95D-D870-EF15-2430D9A126AA}"/>
          </ac:picMkLst>
        </pc:picChg>
        <pc:inkChg chg="add del">
          <ac:chgData name="Pacheco, Miles" userId="317032e6-0a67-41f3-9e8a-abe9fd8c6d0f" providerId="ADAL" clId="{915CFA22-47C4-4C36-9EC8-CBE3CD152D08}" dt="2024-10-17T18:22:59.103" v="11760" actId="478"/>
          <ac:inkMkLst>
            <pc:docMk/>
            <pc:sldMk cId="1442544769" sldId="272"/>
            <ac:inkMk id="13" creationId="{A2E2703F-D8C1-AFB8-BF54-0F387DA6CC26}"/>
          </ac:inkMkLst>
        </pc:inkChg>
        <pc:inkChg chg="add del">
          <ac:chgData name="Pacheco, Miles" userId="317032e6-0a67-41f3-9e8a-abe9fd8c6d0f" providerId="ADAL" clId="{915CFA22-47C4-4C36-9EC8-CBE3CD152D08}" dt="2024-10-17T18:19:21.511" v="11741" actId="9405"/>
          <ac:inkMkLst>
            <pc:docMk/>
            <pc:sldMk cId="1442544769" sldId="272"/>
            <ac:inkMk id="14" creationId="{8EC7FC44-4CBD-4FAC-A22F-1705D3B29D06}"/>
          </ac:inkMkLst>
        </pc:inkChg>
        <pc:inkChg chg="add del">
          <ac:chgData name="Pacheco, Miles" userId="317032e6-0a67-41f3-9e8a-abe9fd8c6d0f" providerId="ADAL" clId="{915CFA22-47C4-4C36-9EC8-CBE3CD152D08}" dt="2024-10-17T18:19:16.936" v="11740" actId="9405"/>
          <ac:inkMkLst>
            <pc:docMk/>
            <pc:sldMk cId="1442544769" sldId="272"/>
            <ac:inkMk id="15" creationId="{B371051F-6A71-F3CE-4CDB-364E65ADD8F5}"/>
          </ac:inkMkLst>
        </pc:inkChg>
        <pc:inkChg chg="add del">
          <ac:chgData name="Pacheco, Miles" userId="317032e6-0a67-41f3-9e8a-abe9fd8c6d0f" providerId="ADAL" clId="{915CFA22-47C4-4C36-9EC8-CBE3CD152D08}" dt="2024-10-17T18:19:51.782" v="11755" actId="478"/>
          <ac:inkMkLst>
            <pc:docMk/>
            <pc:sldMk cId="1442544769" sldId="272"/>
            <ac:inkMk id="16" creationId="{D7BF1318-2E49-57F9-79BC-268CF76A3C94}"/>
          </ac:inkMkLst>
        </pc:inkChg>
        <pc:inkChg chg="add">
          <ac:chgData name="Pacheco, Miles" userId="317032e6-0a67-41f3-9e8a-abe9fd8c6d0f" providerId="ADAL" clId="{915CFA22-47C4-4C36-9EC8-CBE3CD152D08}" dt="2024-10-17T18:22:02.216" v="11756" actId="9405"/>
          <ac:inkMkLst>
            <pc:docMk/>
            <pc:sldMk cId="1442544769" sldId="272"/>
            <ac:inkMk id="17" creationId="{C32193CF-2E0E-D2D2-CC96-A3E200143922}"/>
          </ac:inkMkLst>
        </pc:inkChg>
        <pc:inkChg chg="add">
          <ac:chgData name="Pacheco, Miles" userId="317032e6-0a67-41f3-9e8a-abe9fd8c6d0f" providerId="ADAL" clId="{915CFA22-47C4-4C36-9EC8-CBE3CD152D08}" dt="2024-10-17T18:22:14.168" v="11757" actId="9405"/>
          <ac:inkMkLst>
            <pc:docMk/>
            <pc:sldMk cId="1442544769" sldId="272"/>
            <ac:inkMk id="18" creationId="{86764D82-59AC-C520-7DAD-F7C09C4B7222}"/>
          </ac:inkMkLst>
        </pc:inkChg>
        <pc:inkChg chg="add">
          <ac:chgData name="Pacheco, Miles" userId="317032e6-0a67-41f3-9e8a-abe9fd8c6d0f" providerId="ADAL" clId="{915CFA22-47C4-4C36-9EC8-CBE3CD152D08}" dt="2024-10-17T18:22:26.574" v="11758" actId="9405"/>
          <ac:inkMkLst>
            <pc:docMk/>
            <pc:sldMk cId="1442544769" sldId="272"/>
            <ac:inkMk id="19" creationId="{A325EA21-6976-0E56-7594-D9DE1EC55F02}"/>
          </ac:inkMkLst>
        </pc:inkChg>
        <pc:inkChg chg="add">
          <ac:chgData name="Pacheco, Miles" userId="317032e6-0a67-41f3-9e8a-abe9fd8c6d0f" providerId="ADAL" clId="{915CFA22-47C4-4C36-9EC8-CBE3CD152D08}" dt="2024-10-17T18:22:43.965" v="11759" actId="9405"/>
          <ac:inkMkLst>
            <pc:docMk/>
            <pc:sldMk cId="1442544769" sldId="272"/>
            <ac:inkMk id="20" creationId="{5FED650A-3187-B65F-D517-494D8E7B361B}"/>
          </ac:inkMkLst>
        </pc:inkChg>
        <pc:inkChg chg="add">
          <ac:chgData name="Pacheco, Miles" userId="317032e6-0a67-41f3-9e8a-abe9fd8c6d0f" providerId="ADAL" clId="{915CFA22-47C4-4C36-9EC8-CBE3CD152D08}" dt="2024-10-17T18:23:11.780" v="11761" actId="9405"/>
          <ac:inkMkLst>
            <pc:docMk/>
            <pc:sldMk cId="1442544769" sldId="272"/>
            <ac:inkMk id="21" creationId="{983AAE0C-4E0B-E3DD-A1DC-39798D923231}"/>
          </ac:inkMkLst>
        </pc:inkChg>
      </pc:sldChg>
      <pc:sldChg chg="addSp delSp modSp add mod">
        <pc:chgData name="Pacheco, Miles" userId="317032e6-0a67-41f3-9e8a-abe9fd8c6d0f" providerId="ADAL" clId="{915CFA22-47C4-4C36-9EC8-CBE3CD152D08}" dt="2024-10-17T17:29:24.105" v="9697"/>
        <pc:sldMkLst>
          <pc:docMk/>
          <pc:sldMk cId="2103132732" sldId="273"/>
        </pc:sldMkLst>
        <pc:spChg chg="mod">
          <ac:chgData name="Pacheco, Miles" userId="317032e6-0a67-41f3-9e8a-abe9fd8c6d0f" providerId="ADAL" clId="{915CFA22-47C4-4C36-9EC8-CBE3CD152D08}" dt="2024-10-16T22:00:22.136" v="8704" actId="20577"/>
          <ac:spMkLst>
            <pc:docMk/>
            <pc:sldMk cId="2103132732" sldId="273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6T23:11:08.396" v="9501" actId="22"/>
          <ac:spMkLst>
            <pc:docMk/>
            <pc:sldMk cId="2103132732" sldId="273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6T21:58:34.789" v="8661" actId="20577"/>
          <ac:spMkLst>
            <pc:docMk/>
            <pc:sldMk cId="2103132732" sldId="273"/>
            <ac:spMk id="4" creationId="{C3BEB0B9-51B1-3674-94F7-C6571516EAEB}"/>
          </ac:spMkLst>
        </pc:spChg>
        <pc:spChg chg="add del mod">
          <ac:chgData name="Pacheco, Miles" userId="317032e6-0a67-41f3-9e8a-abe9fd8c6d0f" providerId="ADAL" clId="{915CFA22-47C4-4C36-9EC8-CBE3CD152D08}" dt="2024-10-16T23:14:06.541" v="9506" actId="22"/>
          <ac:spMkLst>
            <pc:docMk/>
            <pc:sldMk cId="2103132732" sldId="273"/>
            <ac:spMk id="8" creationId="{F53DCAB6-0C6E-E7DF-D387-4913434134F0}"/>
          </ac:spMkLst>
        </pc:spChg>
        <pc:spChg chg="add del mod">
          <ac:chgData name="Pacheco, Miles" userId="317032e6-0a67-41f3-9e8a-abe9fd8c6d0f" providerId="ADAL" clId="{915CFA22-47C4-4C36-9EC8-CBE3CD152D08}" dt="2024-10-17T17:29:24.105" v="9697"/>
          <ac:spMkLst>
            <pc:docMk/>
            <pc:sldMk cId="2103132732" sldId="273"/>
            <ac:spMk id="15" creationId="{8A9C3A03-2857-E034-DFAA-3F22EE5EED90}"/>
          </ac:spMkLst>
        </pc:spChg>
        <pc:picChg chg="add del mod ord">
          <ac:chgData name="Pacheco, Miles" userId="317032e6-0a67-41f3-9e8a-abe9fd8c6d0f" providerId="ADAL" clId="{915CFA22-47C4-4C36-9EC8-CBE3CD152D08}" dt="2024-10-16T23:14:04.424" v="9503" actId="478"/>
          <ac:picMkLst>
            <pc:docMk/>
            <pc:sldMk cId="2103132732" sldId="273"/>
            <ac:picMk id="6" creationId="{229C266A-29B0-1E39-FF79-290D0B84B08E}"/>
          </ac:picMkLst>
        </pc:picChg>
        <pc:picChg chg="add del">
          <ac:chgData name="Pacheco, Miles" userId="317032e6-0a67-41f3-9e8a-abe9fd8c6d0f" providerId="ADAL" clId="{915CFA22-47C4-4C36-9EC8-CBE3CD152D08}" dt="2024-10-16T23:14:05.847" v="9505" actId="22"/>
          <ac:picMkLst>
            <pc:docMk/>
            <pc:sldMk cId="2103132732" sldId="273"/>
            <ac:picMk id="10" creationId="{A9E155E6-1716-1854-5319-A91AECECE948}"/>
          </ac:picMkLst>
        </pc:picChg>
        <pc:picChg chg="add del mod ord">
          <ac:chgData name="Pacheco, Miles" userId="317032e6-0a67-41f3-9e8a-abe9fd8c6d0f" providerId="ADAL" clId="{915CFA22-47C4-4C36-9EC8-CBE3CD152D08}" dt="2024-10-17T17:29:18.536" v="9694" actId="21"/>
          <ac:picMkLst>
            <pc:docMk/>
            <pc:sldMk cId="2103132732" sldId="273"/>
            <ac:picMk id="12" creationId="{D34EF441-1B80-F599-70BC-BC29DE6CD8E3}"/>
          </ac:picMkLst>
        </pc:picChg>
        <pc:picChg chg="add del mod">
          <ac:chgData name="Pacheco, Miles" userId="317032e6-0a67-41f3-9e8a-abe9fd8c6d0f" providerId="ADAL" clId="{915CFA22-47C4-4C36-9EC8-CBE3CD152D08}" dt="2024-10-17T17:29:23.372" v="9696" actId="21"/>
          <ac:picMkLst>
            <pc:docMk/>
            <pc:sldMk cId="2103132732" sldId="273"/>
            <ac:picMk id="13" creationId="{BE7627C8-E830-3239-BBC7-C0C028668719}"/>
          </ac:picMkLst>
        </pc:picChg>
        <pc:picChg chg="add mod">
          <ac:chgData name="Pacheco, Miles" userId="317032e6-0a67-41f3-9e8a-abe9fd8c6d0f" providerId="ADAL" clId="{915CFA22-47C4-4C36-9EC8-CBE3CD152D08}" dt="2024-10-17T17:29:24.105" v="9697"/>
          <ac:picMkLst>
            <pc:docMk/>
            <pc:sldMk cId="2103132732" sldId="273"/>
            <ac:picMk id="16" creationId="{BE7627C8-E830-3239-BBC7-C0C028668719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17T17:29:20.485" v="9695"/>
        <pc:sldMkLst>
          <pc:docMk/>
          <pc:sldMk cId="3093705832" sldId="274"/>
        </pc:sldMkLst>
        <pc:spChg chg="mod">
          <ac:chgData name="Pacheco, Miles" userId="317032e6-0a67-41f3-9e8a-abe9fd8c6d0f" providerId="ADAL" clId="{915CFA22-47C4-4C36-9EC8-CBE3CD152D08}" dt="2024-10-15T18:54:38.880" v="5168" actId="5793"/>
          <ac:spMkLst>
            <pc:docMk/>
            <pc:sldMk cId="3093705832" sldId="274"/>
            <ac:spMk id="2" creationId="{6220E86B-51FE-0D4B-C78D-5A4EACE465B2}"/>
          </ac:spMkLst>
        </pc:spChg>
        <pc:spChg chg="add del">
          <ac:chgData name="Pacheco, Miles" userId="317032e6-0a67-41f3-9e8a-abe9fd8c6d0f" providerId="ADAL" clId="{915CFA22-47C4-4C36-9EC8-CBE3CD152D08}" dt="2024-10-16T23:12:50.750" v="9502" actId="22"/>
          <ac:spMkLst>
            <pc:docMk/>
            <pc:sldMk cId="3093705832" sldId="274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51:52.466" v="4946" actId="5793"/>
          <ac:spMkLst>
            <pc:docMk/>
            <pc:sldMk cId="3093705832" sldId="274"/>
            <ac:spMk id="4" creationId="{C3BEB0B9-51B1-3674-94F7-C6571516EAEB}"/>
          </ac:spMkLst>
        </pc:spChg>
        <pc:spChg chg="add del mod">
          <ac:chgData name="Pacheco, Miles" userId="317032e6-0a67-41f3-9e8a-abe9fd8c6d0f" providerId="ADAL" clId="{915CFA22-47C4-4C36-9EC8-CBE3CD152D08}" dt="2024-10-16T23:17:22.240" v="9510" actId="22"/>
          <ac:spMkLst>
            <pc:docMk/>
            <pc:sldMk cId="3093705832" sldId="274"/>
            <ac:spMk id="10" creationId="{629A8C23-41BD-3F92-E7BB-97A8DDCACACA}"/>
          </ac:spMkLst>
        </pc:spChg>
        <pc:spChg chg="add del mod">
          <ac:chgData name="Pacheco, Miles" userId="317032e6-0a67-41f3-9e8a-abe9fd8c6d0f" providerId="ADAL" clId="{915CFA22-47C4-4C36-9EC8-CBE3CD152D08}" dt="2024-10-17T17:29:20.485" v="9695"/>
          <ac:spMkLst>
            <pc:docMk/>
            <pc:sldMk cId="3093705832" sldId="274"/>
            <ac:spMk id="14" creationId="{3A481E4B-96AD-4270-1246-234475870AD7}"/>
          </ac:spMkLst>
        </pc:spChg>
        <pc:picChg chg="add del mod ord">
          <ac:chgData name="Pacheco, Miles" userId="317032e6-0a67-41f3-9e8a-abe9fd8c6d0f" providerId="ADAL" clId="{915CFA22-47C4-4C36-9EC8-CBE3CD152D08}" dt="2024-10-16T23:11:06.622" v="9500" actId="22"/>
          <ac:picMkLst>
            <pc:docMk/>
            <pc:sldMk cId="3093705832" sldId="274"/>
            <ac:picMk id="6" creationId="{15DCE618-7ED4-9D38-1E60-9B1E9154D27D}"/>
          </ac:picMkLst>
        </pc:picChg>
        <pc:picChg chg="add del mod ord">
          <ac:chgData name="Pacheco, Miles" userId="317032e6-0a67-41f3-9e8a-abe9fd8c6d0f" providerId="ADAL" clId="{915CFA22-47C4-4C36-9EC8-CBE3CD152D08}" dt="2024-10-16T23:17:21.235" v="9509" actId="478"/>
          <ac:picMkLst>
            <pc:docMk/>
            <pc:sldMk cId="3093705832" sldId="274"/>
            <ac:picMk id="8" creationId="{9A124ABC-3EDB-C942-87A5-3469A255B8F1}"/>
          </ac:picMkLst>
        </pc:picChg>
        <pc:picChg chg="add del mod ord">
          <ac:chgData name="Pacheco, Miles" userId="317032e6-0a67-41f3-9e8a-abe9fd8c6d0f" providerId="ADAL" clId="{915CFA22-47C4-4C36-9EC8-CBE3CD152D08}" dt="2024-10-17T17:29:12.776" v="9691" actId="21"/>
          <ac:picMkLst>
            <pc:docMk/>
            <pc:sldMk cId="3093705832" sldId="274"/>
            <ac:picMk id="12" creationId="{BE7627C8-E830-3239-BBC7-C0C028668719}"/>
          </ac:picMkLst>
        </pc:picChg>
        <pc:picChg chg="add mod">
          <ac:chgData name="Pacheco, Miles" userId="317032e6-0a67-41f3-9e8a-abe9fd8c6d0f" providerId="ADAL" clId="{915CFA22-47C4-4C36-9EC8-CBE3CD152D08}" dt="2024-10-17T17:29:20.485" v="9695"/>
          <ac:picMkLst>
            <pc:docMk/>
            <pc:sldMk cId="3093705832" sldId="274"/>
            <ac:picMk id="15" creationId="{D34EF441-1B80-F599-70BC-BC29DE6CD8E3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16T23:08:16.757" v="9498" actId="20577"/>
        <pc:sldMkLst>
          <pc:docMk/>
          <pc:sldMk cId="4177586578" sldId="275"/>
        </pc:sldMkLst>
        <pc:spChg chg="mod">
          <ac:chgData name="Pacheco, Miles" userId="317032e6-0a67-41f3-9e8a-abe9fd8c6d0f" providerId="ADAL" clId="{915CFA22-47C4-4C36-9EC8-CBE3CD152D08}" dt="2024-10-16T23:08:16.757" v="9498" actId="20577"/>
          <ac:spMkLst>
            <pc:docMk/>
            <pc:sldMk cId="4177586578" sldId="275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6T21:56:53.298" v="8634" actId="22"/>
          <ac:spMkLst>
            <pc:docMk/>
            <pc:sldMk cId="4177586578" sldId="275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6T23:01:56.750" v="9275" actId="20577"/>
          <ac:spMkLst>
            <pc:docMk/>
            <pc:sldMk cId="4177586578" sldId="275"/>
            <ac:spMk id="4" creationId="{C3BEB0B9-51B1-3674-94F7-C6571516EAEB}"/>
          </ac:spMkLst>
        </pc:spChg>
        <pc:picChg chg="add mod ord">
          <ac:chgData name="Pacheco, Miles" userId="317032e6-0a67-41f3-9e8a-abe9fd8c6d0f" providerId="ADAL" clId="{915CFA22-47C4-4C36-9EC8-CBE3CD152D08}" dt="2024-10-16T23:06:51.201" v="9407" actId="14100"/>
          <ac:picMkLst>
            <pc:docMk/>
            <pc:sldMk cId="4177586578" sldId="275"/>
            <ac:picMk id="6" creationId="{D77B0DD0-DE3A-1FA8-6458-9DF296FDF3EE}"/>
          </ac:picMkLst>
        </pc:picChg>
        <pc:inkChg chg="add">
          <ac:chgData name="Pacheco, Miles" userId="317032e6-0a67-41f3-9e8a-abe9fd8c6d0f" providerId="ADAL" clId="{915CFA22-47C4-4C36-9EC8-CBE3CD152D08}" dt="2024-10-16T21:57:26.472" v="8639" actId="9405"/>
          <ac:inkMkLst>
            <pc:docMk/>
            <pc:sldMk cId="4177586578" sldId="275"/>
            <ac:inkMk id="7" creationId="{2E885146-5EBE-B5FF-C86C-061BCAE3557F}"/>
          </ac:inkMkLst>
        </pc:inkChg>
        <pc:inkChg chg="add">
          <ac:chgData name="Pacheco, Miles" userId="317032e6-0a67-41f3-9e8a-abe9fd8c6d0f" providerId="ADAL" clId="{915CFA22-47C4-4C36-9EC8-CBE3CD152D08}" dt="2024-10-16T21:57:31.305" v="8640" actId="9405"/>
          <ac:inkMkLst>
            <pc:docMk/>
            <pc:sldMk cId="4177586578" sldId="275"/>
            <ac:inkMk id="8" creationId="{2D0CA41F-23B4-1DFB-7977-49319F6BFDF5}"/>
          </ac:inkMkLst>
        </pc:inkChg>
        <pc:inkChg chg="add">
          <ac:chgData name="Pacheco, Miles" userId="317032e6-0a67-41f3-9e8a-abe9fd8c6d0f" providerId="ADAL" clId="{915CFA22-47C4-4C36-9EC8-CBE3CD152D08}" dt="2024-10-16T21:57:37.510" v="8641" actId="9405"/>
          <ac:inkMkLst>
            <pc:docMk/>
            <pc:sldMk cId="4177586578" sldId="275"/>
            <ac:inkMk id="9" creationId="{DC92F2D7-FFCB-F9DC-A8A7-0EE411DDDDC4}"/>
          </ac:inkMkLst>
        </pc:inkChg>
      </pc:sldChg>
      <pc:sldChg chg="addSp delSp modSp add mod">
        <pc:chgData name="Pacheco, Miles" userId="317032e6-0a67-41f3-9e8a-abe9fd8c6d0f" providerId="ADAL" clId="{915CFA22-47C4-4C36-9EC8-CBE3CD152D08}" dt="2024-10-16T23:16:57.153" v="9508" actId="22"/>
        <pc:sldMkLst>
          <pc:docMk/>
          <pc:sldMk cId="1448032282" sldId="276"/>
        </pc:sldMkLst>
        <pc:spChg chg="mod">
          <ac:chgData name="Pacheco, Miles" userId="317032e6-0a67-41f3-9e8a-abe9fd8c6d0f" providerId="ADAL" clId="{915CFA22-47C4-4C36-9EC8-CBE3CD152D08}" dt="2024-10-16T21:46:19.542" v="8499" actId="20577"/>
          <ac:spMkLst>
            <pc:docMk/>
            <pc:sldMk cId="1448032282" sldId="276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6T21:45:12.673" v="8409" actId="22"/>
          <ac:spMkLst>
            <pc:docMk/>
            <pc:sldMk cId="1448032282" sldId="276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51:19.904" v="4937" actId="20577"/>
          <ac:spMkLst>
            <pc:docMk/>
            <pc:sldMk cId="1448032282" sldId="276"/>
            <ac:spMk id="4" creationId="{C3BEB0B9-51B1-3674-94F7-C6571516EAEB}"/>
          </ac:spMkLst>
        </pc:spChg>
        <pc:spChg chg="add del mod">
          <ac:chgData name="Pacheco, Miles" userId="317032e6-0a67-41f3-9e8a-abe9fd8c6d0f" providerId="ADAL" clId="{915CFA22-47C4-4C36-9EC8-CBE3CD152D08}" dt="2024-10-16T23:16:57.153" v="9508" actId="22"/>
          <ac:spMkLst>
            <pc:docMk/>
            <pc:sldMk cId="1448032282" sldId="276"/>
            <ac:spMk id="8" creationId="{6619D125-428D-A830-CE8E-9A9708D368A6}"/>
          </ac:spMkLst>
        </pc:spChg>
        <pc:picChg chg="add del mod ord">
          <ac:chgData name="Pacheco, Miles" userId="317032e6-0a67-41f3-9e8a-abe9fd8c6d0f" providerId="ADAL" clId="{915CFA22-47C4-4C36-9EC8-CBE3CD152D08}" dt="2024-10-16T23:16:53.200" v="9507" actId="478"/>
          <ac:picMkLst>
            <pc:docMk/>
            <pc:sldMk cId="1448032282" sldId="276"/>
            <ac:picMk id="6" creationId="{5E5DE0F4-F5F4-6FF5-1DBA-FEC5D3CB0685}"/>
          </ac:picMkLst>
        </pc:picChg>
        <pc:picChg chg="add mod ord">
          <ac:chgData name="Pacheco, Miles" userId="317032e6-0a67-41f3-9e8a-abe9fd8c6d0f" providerId="ADAL" clId="{915CFA22-47C4-4C36-9EC8-CBE3CD152D08}" dt="2024-10-16T23:16:57.153" v="9508" actId="22"/>
          <ac:picMkLst>
            <pc:docMk/>
            <pc:sldMk cId="1448032282" sldId="276"/>
            <ac:picMk id="10" creationId="{F8A568FA-EC58-1161-446B-0FAA56910A1F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16T23:01:02.484" v="9212" actId="20577"/>
        <pc:sldMkLst>
          <pc:docMk/>
          <pc:sldMk cId="1495812645" sldId="277"/>
        </pc:sldMkLst>
        <pc:spChg chg="mod">
          <ac:chgData name="Pacheco, Miles" userId="317032e6-0a67-41f3-9e8a-abe9fd8c6d0f" providerId="ADAL" clId="{915CFA22-47C4-4C36-9EC8-CBE3CD152D08}" dt="2024-10-16T23:01:02.484" v="9212" actId="20577"/>
          <ac:spMkLst>
            <pc:docMk/>
            <pc:sldMk cId="1495812645" sldId="277"/>
            <ac:spMk id="2" creationId="{6220E86B-51FE-0D4B-C78D-5A4EACE465B2}"/>
          </ac:spMkLst>
        </pc:spChg>
        <pc:spChg chg="del">
          <ac:chgData name="Pacheco, Miles" userId="317032e6-0a67-41f3-9e8a-abe9fd8c6d0f" providerId="ADAL" clId="{915CFA22-47C4-4C36-9EC8-CBE3CD152D08}" dt="2024-10-16T21:48:38.414" v="8500" actId="22"/>
          <ac:spMkLst>
            <pc:docMk/>
            <pc:sldMk cId="1495812645" sldId="277"/>
            <ac:spMk id="3" creationId="{13BFB82E-483F-C4F0-9FE4-BF6D0F9654E8}"/>
          </ac:spMkLst>
        </pc:spChg>
        <pc:spChg chg="mod">
          <ac:chgData name="Pacheco, Miles" userId="317032e6-0a67-41f3-9e8a-abe9fd8c6d0f" providerId="ADAL" clId="{915CFA22-47C4-4C36-9EC8-CBE3CD152D08}" dt="2024-10-15T18:58:20.515" v="5588" actId="20577"/>
          <ac:spMkLst>
            <pc:docMk/>
            <pc:sldMk cId="1495812645" sldId="277"/>
            <ac:spMk id="4" creationId="{C3BEB0B9-51B1-3674-94F7-C6571516EAEB}"/>
          </ac:spMkLst>
        </pc:spChg>
        <pc:spChg chg="add del mod">
          <ac:chgData name="Pacheco, Miles" userId="317032e6-0a67-41f3-9e8a-abe9fd8c6d0f" providerId="ADAL" clId="{915CFA22-47C4-4C36-9EC8-CBE3CD152D08}" dt="2024-10-16T21:48:56.758" v="8503" actId="22"/>
          <ac:spMkLst>
            <pc:docMk/>
            <pc:sldMk cId="1495812645" sldId="277"/>
            <ac:spMk id="8" creationId="{85A69C01-030F-3EE3-A488-D9BB19CC002F}"/>
          </ac:spMkLst>
        </pc:spChg>
        <pc:picChg chg="add del mod ord">
          <ac:chgData name="Pacheco, Miles" userId="317032e6-0a67-41f3-9e8a-abe9fd8c6d0f" providerId="ADAL" clId="{915CFA22-47C4-4C36-9EC8-CBE3CD152D08}" dt="2024-10-16T21:48:55.886" v="8502" actId="478"/>
          <ac:picMkLst>
            <pc:docMk/>
            <pc:sldMk cId="1495812645" sldId="277"/>
            <ac:picMk id="6" creationId="{D59EC80E-8795-23E3-78EE-5FA78E8202BB}"/>
          </ac:picMkLst>
        </pc:picChg>
        <pc:picChg chg="add mod ord">
          <ac:chgData name="Pacheco, Miles" userId="317032e6-0a67-41f3-9e8a-abe9fd8c6d0f" providerId="ADAL" clId="{915CFA22-47C4-4C36-9EC8-CBE3CD152D08}" dt="2024-10-16T21:54:52.573" v="8512" actId="1076"/>
          <ac:picMkLst>
            <pc:docMk/>
            <pc:sldMk cId="1495812645" sldId="277"/>
            <ac:picMk id="10" creationId="{544FC594-9552-933E-C3BC-3E91B80D3213}"/>
          </ac:picMkLst>
        </pc:picChg>
        <pc:picChg chg="add del mod">
          <ac:chgData name="Pacheco, Miles" userId="317032e6-0a67-41f3-9e8a-abe9fd8c6d0f" providerId="ADAL" clId="{915CFA22-47C4-4C36-9EC8-CBE3CD152D08}" dt="2024-10-16T21:55:48.893" v="8566" actId="478"/>
          <ac:picMkLst>
            <pc:docMk/>
            <pc:sldMk cId="1495812645" sldId="277"/>
            <ac:picMk id="12" creationId="{6BBF2B8D-BE45-8C28-BD08-B5A37B15EEE6}"/>
          </ac:picMkLst>
        </pc:picChg>
        <pc:picChg chg="add mod">
          <ac:chgData name="Pacheco, Miles" userId="317032e6-0a67-41f3-9e8a-abe9fd8c6d0f" providerId="ADAL" clId="{915CFA22-47C4-4C36-9EC8-CBE3CD152D08}" dt="2024-10-16T21:55:52.034" v="8568" actId="1076"/>
          <ac:picMkLst>
            <pc:docMk/>
            <pc:sldMk cId="1495812645" sldId="277"/>
            <ac:picMk id="14" creationId="{4ED4F233-E1B5-E45A-0CA9-68ADE0240F6A}"/>
          </ac:picMkLst>
        </pc:picChg>
      </pc:sldChg>
      <pc:sldChg chg="modSp add mod">
        <pc:chgData name="Pacheco, Miles" userId="317032e6-0a67-41f3-9e8a-abe9fd8c6d0f" providerId="ADAL" clId="{915CFA22-47C4-4C36-9EC8-CBE3CD152D08}" dt="2024-10-29T19:03:51.148" v="14579" actId="113"/>
        <pc:sldMkLst>
          <pc:docMk/>
          <pc:sldMk cId="2649460037" sldId="278"/>
        </pc:sldMkLst>
        <pc:spChg chg="mod">
          <ac:chgData name="Pacheco, Miles" userId="317032e6-0a67-41f3-9e8a-abe9fd8c6d0f" providerId="ADAL" clId="{915CFA22-47C4-4C36-9EC8-CBE3CD152D08}" dt="2024-10-25T21:23:39.967" v="14049" actId="20577"/>
          <ac:spMkLst>
            <pc:docMk/>
            <pc:sldMk cId="2649460037" sldId="278"/>
            <ac:spMk id="2" creationId="{AC9415E9-CD5F-19D5-6907-CE8036D0E19B}"/>
          </ac:spMkLst>
        </pc:spChg>
        <pc:spChg chg="mod">
          <ac:chgData name="Pacheco, Miles" userId="317032e6-0a67-41f3-9e8a-abe9fd8c6d0f" providerId="ADAL" clId="{915CFA22-47C4-4C36-9EC8-CBE3CD152D08}" dt="2024-10-15T20:30:30.359" v="7205" actId="20577"/>
          <ac:spMkLst>
            <pc:docMk/>
            <pc:sldMk cId="2649460037" sldId="278"/>
            <ac:spMk id="4" creationId="{37FD76E4-7BEC-439F-993E-3437BCBCD7C6}"/>
          </ac:spMkLst>
        </pc:spChg>
        <pc:spChg chg="mod">
          <ac:chgData name="Pacheco, Miles" userId="317032e6-0a67-41f3-9e8a-abe9fd8c6d0f" providerId="ADAL" clId="{915CFA22-47C4-4C36-9EC8-CBE3CD152D08}" dt="2024-10-29T19:03:51.148" v="14579" actId="113"/>
          <ac:spMkLst>
            <pc:docMk/>
            <pc:sldMk cId="2649460037" sldId="278"/>
            <ac:spMk id="6" creationId="{DD2250E1-7A04-B67E-EFE3-A23ADF434036}"/>
          </ac:spMkLst>
        </pc:spChg>
      </pc:sldChg>
      <pc:sldChg chg="addSp delSp modSp add mod">
        <pc:chgData name="Pacheco, Miles" userId="317032e6-0a67-41f3-9e8a-abe9fd8c6d0f" providerId="ADAL" clId="{915CFA22-47C4-4C36-9EC8-CBE3CD152D08}" dt="2024-10-17T17:45:40.172" v="10291" actId="20577"/>
        <pc:sldMkLst>
          <pc:docMk/>
          <pc:sldMk cId="613238316" sldId="279"/>
        </pc:sldMkLst>
        <pc:spChg chg="mod">
          <ac:chgData name="Pacheco, Miles" userId="317032e6-0a67-41f3-9e8a-abe9fd8c6d0f" providerId="ADAL" clId="{915CFA22-47C4-4C36-9EC8-CBE3CD152D08}" dt="2024-10-17T17:45:40.172" v="10291" actId="20577"/>
          <ac:spMkLst>
            <pc:docMk/>
            <pc:sldMk cId="613238316" sldId="279"/>
            <ac:spMk id="2" creationId="{AC9415E9-CD5F-19D5-6907-CE8036D0E19B}"/>
          </ac:spMkLst>
        </pc:spChg>
        <pc:spChg chg="mod">
          <ac:chgData name="Pacheco, Miles" userId="317032e6-0a67-41f3-9e8a-abe9fd8c6d0f" providerId="ADAL" clId="{915CFA22-47C4-4C36-9EC8-CBE3CD152D08}" dt="2024-10-17T17:30:07.693" v="9738" actId="20577"/>
          <ac:spMkLst>
            <pc:docMk/>
            <pc:sldMk cId="613238316" sldId="279"/>
            <ac:spMk id="4" creationId="{37FD76E4-7BEC-439F-993E-3437BCBCD7C6}"/>
          </ac:spMkLst>
        </pc:spChg>
        <pc:spChg chg="del mod">
          <ac:chgData name="Pacheco, Miles" userId="317032e6-0a67-41f3-9e8a-abe9fd8c6d0f" providerId="ADAL" clId="{915CFA22-47C4-4C36-9EC8-CBE3CD152D08}" dt="2024-10-17T17:42:15.816" v="10055" actId="22"/>
          <ac:spMkLst>
            <pc:docMk/>
            <pc:sldMk cId="613238316" sldId="279"/>
            <ac:spMk id="6" creationId="{DD2250E1-7A04-B67E-EFE3-A23ADF434036}"/>
          </ac:spMkLst>
        </pc:spChg>
        <pc:picChg chg="add mod ord">
          <ac:chgData name="Pacheco, Miles" userId="317032e6-0a67-41f3-9e8a-abe9fd8c6d0f" providerId="ADAL" clId="{915CFA22-47C4-4C36-9EC8-CBE3CD152D08}" dt="2024-10-17T17:42:22.495" v="10058" actId="1076"/>
          <ac:picMkLst>
            <pc:docMk/>
            <pc:sldMk cId="613238316" sldId="279"/>
            <ac:picMk id="5" creationId="{B0319DEE-215B-7567-14DD-67EAD3165146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17T18:10:40.460" v="11607" actId="20577"/>
        <pc:sldMkLst>
          <pc:docMk/>
          <pc:sldMk cId="4170018686" sldId="280"/>
        </pc:sldMkLst>
        <pc:spChg chg="mod">
          <ac:chgData name="Pacheco, Miles" userId="317032e6-0a67-41f3-9e8a-abe9fd8c6d0f" providerId="ADAL" clId="{915CFA22-47C4-4C36-9EC8-CBE3CD152D08}" dt="2024-10-17T18:08:07.655" v="11200" actId="20577"/>
          <ac:spMkLst>
            <pc:docMk/>
            <pc:sldMk cId="4170018686" sldId="280"/>
            <ac:spMk id="2" creationId="{6220E86B-51FE-0D4B-C78D-5A4EACE465B2}"/>
          </ac:spMkLst>
        </pc:spChg>
        <pc:spChg chg="add mod">
          <ac:chgData name="Pacheco, Miles" userId="317032e6-0a67-41f3-9e8a-abe9fd8c6d0f" providerId="ADAL" clId="{915CFA22-47C4-4C36-9EC8-CBE3CD152D08}" dt="2024-10-17T18:10:40.460" v="11607" actId="20577"/>
          <ac:spMkLst>
            <pc:docMk/>
            <pc:sldMk cId="4170018686" sldId="280"/>
            <ac:spMk id="5" creationId="{726012CB-5940-A243-6314-5F8721197B2F}"/>
          </ac:spMkLst>
        </pc:spChg>
        <pc:picChg chg="del">
          <ac:chgData name="Pacheco, Miles" userId="317032e6-0a67-41f3-9e8a-abe9fd8c6d0f" providerId="ADAL" clId="{915CFA22-47C4-4C36-9EC8-CBE3CD152D08}" dt="2024-10-17T18:03:41.277" v="10640" actId="478"/>
          <ac:picMkLst>
            <pc:docMk/>
            <pc:sldMk cId="4170018686" sldId="280"/>
            <ac:picMk id="6" creationId="{CF9766D8-E564-AC01-B956-BC3EAAEC12D2}"/>
          </ac:picMkLst>
        </pc:picChg>
        <pc:picChg chg="del">
          <ac:chgData name="Pacheco, Miles" userId="317032e6-0a67-41f3-9e8a-abe9fd8c6d0f" providerId="ADAL" clId="{915CFA22-47C4-4C36-9EC8-CBE3CD152D08}" dt="2024-10-17T18:03:44.337" v="10641" actId="478"/>
          <ac:picMkLst>
            <pc:docMk/>
            <pc:sldMk cId="4170018686" sldId="280"/>
            <ac:picMk id="8" creationId="{D782DD92-6B33-4040-6E37-7C3C56481B3B}"/>
          </ac:picMkLst>
        </pc:picChg>
      </pc:sldChg>
      <pc:sldChg chg="addSp delSp modSp add mod">
        <pc:chgData name="Pacheco, Miles" userId="317032e6-0a67-41f3-9e8a-abe9fd8c6d0f" providerId="ADAL" clId="{915CFA22-47C4-4C36-9EC8-CBE3CD152D08}" dt="2024-10-29T20:10:05.560" v="14734" actId="313"/>
        <pc:sldMkLst>
          <pc:docMk/>
          <pc:sldMk cId="1482618535" sldId="281"/>
        </pc:sldMkLst>
        <pc:spChg chg="mod">
          <ac:chgData name="Pacheco, Miles" userId="317032e6-0a67-41f3-9e8a-abe9fd8c6d0f" providerId="ADAL" clId="{915CFA22-47C4-4C36-9EC8-CBE3CD152D08}" dt="2024-10-29T20:10:05.560" v="14734" actId="313"/>
          <ac:spMkLst>
            <pc:docMk/>
            <pc:sldMk cId="1482618535" sldId="281"/>
            <ac:spMk id="2" creationId="{6220E86B-51FE-0D4B-C78D-5A4EACE465B2}"/>
          </ac:spMkLst>
        </pc:spChg>
        <pc:spChg chg="mod">
          <ac:chgData name="Pacheco, Miles" userId="317032e6-0a67-41f3-9e8a-abe9fd8c6d0f" providerId="ADAL" clId="{915CFA22-47C4-4C36-9EC8-CBE3CD152D08}" dt="2024-10-24T20:21:07.146" v="12337" actId="20577"/>
          <ac:spMkLst>
            <pc:docMk/>
            <pc:sldMk cId="1482618535" sldId="281"/>
            <ac:spMk id="4" creationId="{C3BEB0B9-51B1-3674-94F7-C6571516EAEB}"/>
          </ac:spMkLst>
        </pc:spChg>
        <pc:spChg chg="add del mod">
          <ac:chgData name="Pacheco, Miles" userId="317032e6-0a67-41f3-9e8a-abe9fd8c6d0f" providerId="ADAL" clId="{915CFA22-47C4-4C36-9EC8-CBE3CD152D08}" dt="2024-10-24T20:35:01.912" v="12831" actId="22"/>
          <ac:spMkLst>
            <pc:docMk/>
            <pc:sldMk cId="1482618535" sldId="281"/>
            <ac:spMk id="5" creationId="{9FDEE3AD-2BC3-67F5-C3C8-402BE0B90D4F}"/>
          </ac:spMkLst>
        </pc:spChg>
        <pc:spChg chg="add del mod">
          <ac:chgData name="Pacheco, Miles" userId="317032e6-0a67-41f3-9e8a-abe9fd8c6d0f" providerId="ADAL" clId="{915CFA22-47C4-4C36-9EC8-CBE3CD152D08}" dt="2024-10-24T20:36:26.745" v="12838" actId="22"/>
          <ac:spMkLst>
            <pc:docMk/>
            <pc:sldMk cId="1482618535" sldId="281"/>
            <ac:spMk id="12" creationId="{51704420-1DA1-B38B-706D-F69974B19776}"/>
          </ac:spMkLst>
        </pc:spChg>
        <pc:spChg chg="add del mod">
          <ac:chgData name="Pacheco, Miles" userId="317032e6-0a67-41f3-9e8a-abe9fd8c6d0f" providerId="ADAL" clId="{915CFA22-47C4-4C36-9EC8-CBE3CD152D08}" dt="2024-10-24T20:36:49.353" v="12841" actId="22"/>
          <ac:spMkLst>
            <pc:docMk/>
            <pc:sldMk cId="1482618535" sldId="281"/>
            <ac:spMk id="16" creationId="{C07C7FEE-0EEE-0E2E-F9CE-469027C6423D}"/>
          </ac:spMkLst>
        </pc:spChg>
        <pc:picChg chg="add del mod ord">
          <ac:chgData name="Pacheco, Miles" userId="317032e6-0a67-41f3-9e8a-abe9fd8c6d0f" providerId="ADAL" clId="{915CFA22-47C4-4C36-9EC8-CBE3CD152D08}" dt="2024-10-24T20:35:56.435" v="12836" actId="478"/>
          <ac:picMkLst>
            <pc:docMk/>
            <pc:sldMk cId="1482618535" sldId="281"/>
            <ac:picMk id="7" creationId="{526AF486-EF59-A5DF-B8B4-6370CD4D5CFA}"/>
          </ac:picMkLst>
        </pc:picChg>
        <pc:picChg chg="add mod">
          <ac:chgData name="Pacheco, Miles" userId="317032e6-0a67-41f3-9e8a-abe9fd8c6d0f" providerId="ADAL" clId="{915CFA22-47C4-4C36-9EC8-CBE3CD152D08}" dt="2024-10-24T20:35:59.653" v="12837" actId="1076"/>
          <ac:picMkLst>
            <pc:docMk/>
            <pc:sldMk cId="1482618535" sldId="281"/>
            <ac:picMk id="9" creationId="{B85D88CA-7E51-E23D-D121-CD76B65BE920}"/>
          </ac:picMkLst>
        </pc:picChg>
        <pc:picChg chg="del">
          <ac:chgData name="Pacheco, Miles" userId="317032e6-0a67-41f3-9e8a-abe9fd8c6d0f" providerId="ADAL" clId="{915CFA22-47C4-4C36-9EC8-CBE3CD152D08}" dt="2024-10-24T20:28:12.698" v="12830" actId="478"/>
          <ac:picMkLst>
            <pc:docMk/>
            <pc:sldMk cId="1482618535" sldId="281"/>
            <ac:picMk id="10" creationId="{F8A568FA-EC58-1161-446B-0FAA56910A1F}"/>
          </ac:picMkLst>
        </pc:picChg>
        <pc:picChg chg="add del mod ord">
          <ac:chgData name="Pacheco, Miles" userId="317032e6-0a67-41f3-9e8a-abe9fd8c6d0f" providerId="ADAL" clId="{915CFA22-47C4-4C36-9EC8-CBE3CD152D08}" dt="2024-10-24T20:36:48.101" v="12840" actId="478"/>
          <ac:picMkLst>
            <pc:docMk/>
            <pc:sldMk cId="1482618535" sldId="281"/>
            <ac:picMk id="14" creationId="{A9920BDC-A387-A8EE-25F4-6CF3553B3E1E}"/>
          </ac:picMkLst>
        </pc:picChg>
        <pc:picChg chg="add mod ord">
          <ac:chgData name="Pacheco, Miles" userId="317032e6-0a67-41f3-9e8a-abe9fd8c6d0f" providerId="ADAL" clId="{915CFA22-47C4-4C36-9EC8-CBE3CD152D08}" dt="2024-10-24T20:36:51.231" v="12842" actId="1076"/>
          <ac:picMkLst>
            <pc:docMk/>
            <pc:sldMk cId="1482618535" sldId="281"/>
            <ac:picMk id="18" creationId="{B76F1DD2-472B-C170-E5DA-7212D307526D}"/>
          </ac:picMkLst>
        </pc:picChg>
      </pc:sldChg>
      <pc:sldChg chg="add del">
        <pc:chgData name="Pacheco, Miles" userId="317032e6-0a67-41f3-9e8a-abe9fd8c6d0f" providerId="ADAL" clId="{915CFA22-47C4-4C36-9EC8-CBE3CD152D08}" dt="2024-10-17T18:38:26.635" v="11973" actId="47"/>
        <pc:sldMkLst>
          <pc:docMk/>
          <pc:sldMk cId="2676915328" sldId="281"/>
        </pc:sldMkLst>
      </pc:sldChg>
      <pc:sldChg chg="addSp delSp modSp add mod">
        <pc:chgData name="Pacheco, Miles" userId="317032e6-0a67-41f3-9e8a-abe9fd8c6d0f" providerId="ADAL" clId="{915CFA22-47C4-4C36-9EC8-CBE3CD152D08}" dt="2024-10-29T20:46:18.863" v="15544" actId="20577"/>
        <pc:sldMkLst>
          <pc:docMk/>
          <pc:sldMk cId="244858080" sldId="282"/>
        </pc:sldMkLst>
        <pc:spChg chg="mod">
          <ac:chgData name="Pacheco, Miles" userId="317032e6-0a67-41f3-9e8a-abe9fd8c6d0f" providerId="ADAL" clId="{915CFA22-47C4-4C36-9EC8-CBE3CD152D08}" dt="2024-10-29T20:46:18.863" v="15544" actId="20577"/>
          <ac:spMkLst>
            <pc:docMk/>
            <pc:sldMk cId="244858080" sldId="282"/>
            <ac:spMk id="2" creationId="{6220E86B-51FE-0D4B-C78D-5A4EACE465B2}"/>
          </ac:spMkLst>
        </pc:spChg>
        <pc:spChg chg="mod">
          <ac:chgData name="Pacheco, Miles" userId="317032e6-0a67-41f3-9e8a-abe9fd8c6d0f" providerId="ADAL" clId="{915CFA22-47C4-4C36-9EC8-CBE3CD152D08}" dt="2024-10-29T19:04:21.001" v="14598" actId="20577"/>
          <ac:spMkLst>
            <pc:docMk/>
            <pc:sldMk cId="244858080" sldId="282"/>
            <ac:spMk id="4" creationId="{C3BEB0B9-51B1-3674-94F7-C6571516EAEB}"/>
          </ac:spMkLst>
        </pc:spChg>
        <pc:spChg chg="add del mod">
          <ac:chgData name="Pacheco, Miles" userId="317032e6-0a67-41f3-9e8a-abe9fd8c6d0f" providerId="ADAL" clId="{915CFA22-47C4-4C36-9EC8-CBE3CD152D08}" dt="2024-10-29T20:30:33.430" v="15223" actId="22"/>
          <ac:spMkLst>
            <pc:docMk/>
            <pc:sldMk cId="244858080" sldId="282"/>
            <ac:spMk id="5" creationId="{A820534B-2349-25E3-756A-C12457B7C6A4}"/>
          </ac:spMkLst>
        </pc:spChg>
        <pc:spChg chg="add del mod">
          <ac:chgData name="Pacheco, Miles" userId="317032e6-0a67-41f3-9e8a-abe9fd8c6d0f" providerId="ADAL" clId="{915CFA22-47C4-4C36-9EC8-CBE3CD152D08}" dt="2024-10-29T20:31:48.043" v="15230" actId="22"/>
          <ac:spMkLst>
            <pc:docMk/>
            <pc:sldMk cId="244858080" sldId="282"/>
            <ac:spMk id="10" creationId="{5F72EDB6-CD10-DE22-4D5C-AB7AEAA0C599}"/>
          </ac:spMkLst>
        </pc:spChg>
        <pc:picChg chg="add del mod ord">
          <ac:chgData name="Pacheco, Miles" userId="317032e6-0a67-41f3-9e8a-abe9fd8c6d0f" providerId="ADAL" clId="{915CFA22-47C4-4C36-9EC8-CBE3CD152D08}" dt="2024-10-29T20:31:21.172" v="15226" actId="478"/>
          <ac:picMkLst>
            <pc:docMk/>
            <pc:sldMk cId="244858080" sldId="282"/>
            <ac:picMk id="7" creationId="{4134B081-7950-2DB6-7A7F-1E21EDA8B0B9}"/>
          </ac:picMkLst>
        </pc:picChg>
        <pc:picChg chg="del mod">
          <ac:chgData name="Pacheco, Miles" userId="317032e6-0a67-41f3-9e8a-abe9fd8c6d0f" providerId="ADAL" clId="{915CFA22-47C4-4C36-9EC8-CBE3CD152D08}" dt="2024-10-29T19:04:24.751" v="14600" actId="478"/>
          <ac:picMkLst>
            <pc:docMk/>
            <pc:sldMk cId="244858080" sldId="282"/>
            <ac:picMk id="9" creationId="{B85D88CA-7E51-E23D-D121-CD76B65BE920}"/>
          </ac:picMkLst>
        </pc:picChg>
        <pc:picChg chg="add del mod">
          <ac:chgData name="Pacheco, Miles" userId="317032e6-0a67-41f3-9e8a-abe9fd8c6d0f" providerId="ADAL" clId="{915CFA22-47C4-4C36-9EC8-CBE3CD152D08}" dt="2024-10-29T20:31:23.649" v="15229" actId="478"/>
          <ac:picMkLst>
            <pc:docMk/>
            <pc:sldMk cId="244858080" sldId="282"/>
            <ac:picMk id="12" creationId="{9C377CA0-015C-5333-4D19-031BE7F45937}"/>
          </ac:picMkLst>
        </pc:picChg>
        <pc:picChg chg="add mod ord">
          <ac:chgData name="Pacheco, Miles" userId="317032e6-0a67-41f3-9e8a-abe9fd8c6d0f" providerId="ADAL" clId="{915CFA22-47C4-4C36-9EC8-CBE3CD152D08}" dt="2024-10-29T20:31:57.744" v="15233" actId="1076"/>
          <ac:picMkLst>
            <pc:docMk/>
            <pc:sldMk cId="244858080" sldId="282"/>
            <ac:picMk id="14" creationId="{8B85EACE-656F-C545-3BC6-896207EBF612}"/>
          </ac:picMkLst>
        </pc:picChg>
        <pc:picChg chg="add del mod">
          <ac:chgData name="Pacheco, Miles" userId="317032e6-0a67-41f3-9e8a-abe9fd8c6d0f" providerId="ADAL" clId="{915CFA22-47C4-4C36-9EC8-CBE3CD152D08}" dt="2024-10-29T20:34:05.729" v="15285" actId="478"/>
          <ac:picMkLst>
            <pc:docMk/>
            <pc:sldMk cId="244858080" sldId="282"/>
            <ac:picMk id="16" creationId="{9D84FFB3-C0DE-F86F-5F30-75C52ADF99E2}"/>
          </ac:picMkLst>
        </pc:picChg>
        <pc:picChg chg="del">
          <ac:chgData name="Pacheco, Miles" userId="317032e6-0a67-41f3-9e8a-abe9fd8c6d0f" providerId="ADAL" clId="{915CFA22-47C4-4C36-9EC8-CBE3CD152D08}" dt="2024-10-29T19:04:25.516" v="14601" actId="478"/>
          <ac:picMkLst>
            <pc:docMk/>
            <pc:sldMk cId="244858080" sldId="282"/>
            <ac:picMk id="18" creationId="{B76F1DD2-472B-C170-E5DA-7212D307526D}"/>
          </ac:picMkLst>
        </pc:picChg>
        <pc:picChg chg="add mod">
          <ac:chgData name="Pacheco, Miles" userId="317032e6-0a67-41f3-9e8a-abe9fd8c6d0f" providerId="ADAL" clId="{915CFA22-47C4-4C36-9EC8-CBE3CD152D08}" dt="2024-10-29T20:38:31.534" v="15377" actId="1076"/>
          <ac:picMkLst>
            <pc:docMk/>
            <pc:sldMk cId="244858080" sldId="282"/>
            <ac:picMk id="19" creationId="{8F9CA6E1-E983-3BD9-5BBC-6CF775B0DB4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20:41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24575,'0'1'0,"1"1"0,-1-1 0,1 0 0,0 0 0,-1 1 0,1-1 0,0 0 0,0 0 0,0 0 0,0 0 0,0 0 0,0 0 0,0 0 0,0 0 0,0 0 0,0-1 0,0 1 0,1 0 0,-1-1 0,0 1 0,1-1 0,-1 1 0,0-1 0,1 1 0,-1-1 0,0 0 0,3 0 0,44 6 0,-42-6 0,429 3 0,-223-5 0,1102 2 0,-1286-2 0,0-1 0,36-8 0,-33 5 0,51-3 0,297 10-1365,-354-1-5461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21:06.7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24575,'2921'0'0,"-2891"1"0,-1 2 0,33 7 0,-30-4 0,49 3 0,613-7 80,-338-5-1525,-331 3-5381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21:23.34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30 1 24575,'-1'0'0,"-1"-1"0,1 1 0,0 0 0,-1 0 0,1 0 0,0 0 0,-1 0 0,1 1 0,0-1 0,-1 0 0,1 1 0,0-1 0,-1 0 0,1 1 0,0 0 0,0-1 0,0 1 0,-1 0 0,1-1 0,0 1 0,-1 2 0,2-2 0,1 0 0,-1 0 0,1 0 0,-1-1 0,1 1 0,0 0 0,0 0 0,0 0 0,-1-1 0,1 1 0,0 0 0,0-1 0,0 1 0,0-1 0,0 1 0,0-1 0,0 0 0,0 1 0,0-1 0,0 0 0,0 0 0,0 0 0,0 1 0,0-1 0,0 0 0,1 0 0,1-1 0,93 9 0,167-6 0,-132-5 0,-34 3 0,142 18 0,-141-9 0,195-8 0,15 1 0,-89 25 0,-81-12 0,22 1 0,-141-16 0,34 0 0,0 3 0,63 11 0,-60-6 0,0-2 0,1-3 0,-1-2 0,67-8 0,40-22 0,-119 19 0,0 2 0,84-4 0,-41 12-1365,-62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21:30.78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60 24575,'877'0'0,"-854"-1"0,-1-2 0,38-8 0,-36 6 0,0 1 0,27-1 0,468 3 0,-249 4 0,-241-3 43,-1-2 0,37-8 0,-34 5-790,49-3 0,-55 8-6079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21:37:41.7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0,'4864'0,"-4844"0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21:37:57.511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 0,'3312'0,"-3281"0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5T21:38:15.04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0,'1404'0,"-1383"0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52:52.93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29 24575,'1753'0'0,"-1708"-2"0,60-10 0,33-3 0,186 16-1365,-299-1-5461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52:56.61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24575,'2192'0'0,"-2166"2"45,0 0-1,35 9 1,30 2-1544,-66-11-5327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52:59.13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30 24575,'43'-2'0,"62"-11"0,-61 6 0,57-1 0,249 9-1365,-325-1-5461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58:42.8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24575,'3060'0'-1365,"-3026"0"-5461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58:45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24575,'1'1'0,"-1"0"0,1 0 0,0 0 0,-1 0 0,1 0 0,0 0 0,0 0 0,0 0 0,0 0 0,0-1 0,0 1 0,0 0 0,0-1 0,0 1 0,0-1 0,0 1 0,0-1 0,0 1 0,1-1 0,-1 0 0,0 0 0,0 1 0,3-1 0,34 5 0,-35-4 0,334 4 0,-183-8 0,886 3 0,-1013-2 0,51-8 0,20-2 0,134 12-1365,-211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58:55.1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 24575,'68'0'0,"-9"-2"0,0 4 0,95 13 0,-114-10 0,78 2 0,-78-7 0,77 11 0,-77-5 0,75 0 0,-75-5 0,-1 1 0,41 8 0,-19-2 0,0-3 0,0-2 0,70-7 0,-10 2 0,750 2-1365,-851 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59:01.1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25 24575,'167'-12'0,"-3"0"0,1576 13 0,-1698 0 0,48 10 0,33 1 0,449-11 83,-275-3-1531,-277 2-5378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7:59:12.33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26 24575,'47'0'0,"7"1"0,1-2 0,81-13 0,-85 7-20,1 3 0,96 4 0,-61 2-1285,-66-2-5521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7T18:00:43.0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136 1 24575,'41'21'0,"136"75"0,-151-79 0,0 0 0,-1 2 0,-1 2 0,31 32 0,-21-15 0,-8-11 0,-1 1 0,-2 1 0,30 49 0,-32-34 0,-3 1 0,0 1 0,16 75 0,-19-45 0,-2 1 0,-4 1 0,-3 0 0,-4 0 0,-9 97 0,3-140 0,0 1 0,-3-2 0,-17 55 0,-47 101 0,47-131 0,8-25 0,-2-1 0,-1 0 0,-46 60 0,-19 30 0,60-83 0,-110 172 0,119-192 0,-1-1 0,-1 0 0,-1-1 0,0-1 0,-1 0 0,-2-2 0,-36 23 0,55-37 0,0 1 0,0-1 0,-1 0 0,2-1 0,-1 1 0,-1-1 0,1 1 0,0 0 0,0-1 0,0 0 0,-1 0 0,1 1 0,-1-1 0,-3-1 0,5 0 0,-1 1 0,1-1 0,-1 1 0,2-1 0,-1 1 0,-1-1 0,1 0 0,0 0 0,0 0 0,0 0 0,0 0 0,0 0 0,0 0 0,0 0 0,1-1 0,-1 2 0,0-1 0,0-2 0,-3-6 0,1 0 0,2 0 0,-1 0 0,0 0 0,0-19 0,-1 6 0,1-1 0,-2 0 0,-1 0 0,0 0 0,-14-35 0,19 58 0,0-1 0,0 1 0,0 0 0,0-1 0,0 1 0,0 0 0,0 0 0,0-1 0,0 1 0,0 0 0,0-1 0,0 1 0,0 0 0,0 0 0,0 0 0,0 0 0,-1 0 0,1 0 0,0-1 0,0 1 0,0 0 0,-1 0 0,1-1 0,0 1 0,0 0 0,0 0 0,-1 0 0,1 0 0,0-1 0,0 1 0,-1 0 0,1 0 0,0 0 0,-1 0 0,1 0 0,0 0 0,0 0 0,-1 0 0,1 0 0,0 0 0,-1 0 0,1 0 0,0 0 0,0 0 0,-1 0 0,1 0 0,0 0 0,-1 0 0,-3 17 0,2 24 0,2-24 0,-1-8 0,1 1 0,1-1 0,0 1 0,2 15 0,-2-21 0,1-1 0,-1 0 0,1 0 0,-1 1 0,1-2 0,0 1 0,-1 0 0,2 0 0,-1-1 0,1 1 0,-1-1 0,0 1 0,1-1 0,0 0 0,0 0 0,6 3 0,0 0 0,0 0 0,1-1 0,0 0 0,0-1 0,0 0 0,0-1 0,1 0 0,0 0 0,0-1 0,15 0 0,3-4 0,-1-1 0,46-11 0,-65 13 0,66-14-682,91-9-1,-143 24-6143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18:22:02.216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1,'11814'0,"-11802"0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18:22:14.168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1,'10856'0,"-10845"0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18:22:26.57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1,'1838'0,"-1823"0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18:22:43.96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0,'10390'0,"-10372"0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7T18:23:11.78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899 1,'-882'0,"866"0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21:57:26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3 24575,'21'0'0,"19"-1"0,0 2 0,0 2 0,65 12 0,-58-7 0,0-2 0,1-3 0,-1-1 0,55-6 0,5 1 0,411 3 0,-548-2 0,-58-11 0,-19-1 0,-427 10 0,274 7 0,85-3 0,1281 0-1365,-1077 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21:57:31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24575,'674'0'0,"-652"-2"0,-1 0 0,41-10 0,-39 7 0,0 1 0,30-2 0,22 5 0,-23 1 0,0-3 0,61-10 0,-106 12 0,24-5 0,-25 3 0,-16 1 0,-369 4 0,178 18 0,126-11 0,-8 4 0,45-6 0,-69 3 0,-57-11 0,237 4 0,0 4 0,136 30 0,-166-29 0,0-3 0,0-2 0,0-1 0,61-6 0,-3 1 0,64 3-1365,-139 0-5461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6T21:57:37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24575,'61'-22'0,"-24"17"0,-1 3 0,72 2 0,31 0 0,-60-15 0,-58 10 0,0 1 0,33-2 0,179 7-1365,-208-1-5461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2958" y="944163"/>
            <a:ext cx="9106086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8" y="1635111"/>
            <a:ext cx="9106926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8" y="3602038"/>
            <a:ext cx="910692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AFE6BDE4-5382-6410-5691-1F81F96F89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40515" y="1054159"/>
            <a:ext cx="1051485" cy="1051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7846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2538" y="944163"/>
            <a:ext cx="9106926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8" y="1635111"/>
            <a:ext cx="9106926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8" y="3602038"/>
            <a:ext cx="910692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EFE9F861-984E-FF37-190E-B43943DE2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40515" y="4591858"/>
            <a:ext cx="1051485" cy="1051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137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766284"/>
            <a:ext cx="6217920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466363"/>
            <a:ext cx="6217920" cy="1043600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621792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6CEFA0AC-D326-D56C-A57D-7EEAA1D8E2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1170" y="1522562"/>
            <a:ext cx="803719" cy="31354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4242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hoto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766284"/>
            <a:ext cx="6675120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466363"/>
            <a:ext cx="6675120" cy="1043600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667512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290E0DBE-C7D7-A46B-C180-D461BAC6C4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40515" y="5806515"/>
            <a:ext cx="1051485" cy="1051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8039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7056"/>
            <a:ext cx="10972800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7FA8D9-326E-4A84-248B-23A71D2D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98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87056"/>
            <a:ext cx="5429866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2534" y="1487056"/>
            <a:ext cx="5429866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7D3E9E-8393-5C7D-3C39-345AF1163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2"/>
            <a:ext cx="10972800" cy="9853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318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87056"/>
            <a:ext cx="3582221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4890" y="1487056"/>
            <a:ext cx="3582221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7D3E9E-8393-5C7D-3C39-345AF1163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2"/>
            <a:ext cx="10972800" cy="985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414236F-1AB6-920B-5905-2E979A0F853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00179" y="1487056"/>
            <a:ext cx="3582221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20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87056"/>
            <a:ext cx="5429866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2534" y="1487056"/>
            <a:ext cx="2658399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7D3E9E-8393-5C7D-3C39-345AF1163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2"/>
            <a:ext cx="10972800" cy="985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8A80C77-61B1-5A0D-3D1B-D19E0C9D99F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924001" y="1487056"/>
            <a:ext cx="2658399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87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A621CC-18DC-3B06-EEB8-93AE493C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54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71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4674"/>
            <a:ext cx="10515600" cy="1754326"/>
          </a:xfrm>
        </p:spPr>
        <p:txBody>
          <a:bodyPr anchor="b" anchorCtr="0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449317"/>
            <a:ext cx="10515600" cy="269602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916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4674"/>
            <a:ext cx="10515600" cy="1754326"/>
          </a:xfrm>
        </p:spPr>
        <p:txBody>
          <a:bodyPr anchor="b" anchorCtr="0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449317"/>
            <a:ext cx="10515600" cy="269602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91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4674"/>
            <a:ext cx="10515600" cy="1754326"/>
          </a:xfrm>
        </p:spPr>
        <p:txBody>
          <a:bodyPr anchor="b" anchorCtr="0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449317"/>
            <a:ext cx="10515600" cy="269602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446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28635" y="0"/>
            <a:ext cx="6763363" cy="685800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91673"/>
            <a:ext cx="4705964" cy="4653671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AEB66B8-5A92-5BD7-E23C-ABD91B36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2"/>
            <a:ext cx="4705964" cy="985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ark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55467" y="1302807"/>
            <a:ext cx="4436531" cy="4479926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491673"/>
            <a:ext cx="6527801" cy="4653671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AEB66B8-5A92-5BD7-E23C-ABD91B36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81002"/>
            <a:ext cx="6527801" cy="985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0F3DA8-D84F-9BAF-054F-D67AE6F2E897}"/>
              </a:ext>
            </a:extLst>
          </p:cNvPr>
          <p:cNvSpPr/>
          <p:nvPr/>
        </p:nvSpPr>
        <p:spPr>
          <a:xfrm>
            <a:off x="7400925" y="948265"/>
            <a:ext cx="354542" cy="3545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59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712656"/>
            <a:ext cx="10972800" cy="543269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315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87056"/>
            <a:ext cx="7557731" cy="4658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7FA8D9-326E-4A84-248B-23A71D2D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81002"/>
            <a:ext cx="7557731" cy="985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D73A8-1A02-9040-4814-89E9B5B3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0401" y="0"/>
            <a:ext cx="3911597" cy="6858000"/>
          </a:xfrm>
          <a:prstGeom prst="rect">
            <a:avLst/>
          </a:prstGeom>
          <a:gradFill>
            <a:gsLst>
              <a:gs pos="0">
                <a:srgbClr val="004A86"/>
              </a:gs>
              <a:gs pos="100000">
                <a:srgbClr val="004A86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404670-4FA2-D10A-53E2-CB00FF45773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890000" y="381003"/>
            <a:ext cx="2692400" cy="152399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FE4F53-B95E-409B-6667-2548B9F0AD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890000" y="2501176"/>
            <a:ext cx="2692400" cy="152399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913E3-8E6F-2478-E6D6-4E7700F522D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90000" y="4621348"/>
            <a:ext cx="2692400" cy="152399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86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7FA8D9-326E-4A84-248B-23A71D2D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381002"/>
            <a:ext cx="10972800" cy="985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D73A8-1A02-9040-4814-89E9B5B3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4100362"/>
            <a:ext cx="12191998" cy="2146916"/>
          </a:xfrm>
          <a:prstGeom prst="rect">
            <a:avLst/>
          </a:prstGeom>
          <a:gradFill>
            <a:gsLst>
              <a:gs pos="0">
                <a:srgbClr val="004A86"/>
              </a:gs>
              <a:gs pos="100000">
                <a:srgbClr val="004A86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404670-4FA2-D10A-53E2-CB00FF45773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24025" y="4254366"/>
            <a:ext cx="3204678" cy="1890979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FE4F53-B95E-409B-6667-2548B9F0AD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493661" y="4254366"/>
            <a:ext cx="3204678" cy="1890979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913E3-8E6F-2478-E6D6-4E7700F522D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2598" y="4254366"/>
            <a:ext cx="3204678" cy="1890979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487057"/>
            <a:ext cx="10972800" cy="2478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54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3E175B-4701-5D56-240D-63C9AD14A4CE}"/>
              </a:ext>
            </a:extLst>
          </p:cNvPr>
          <p:cNvSpPr txBox="1"/>
          <p:nvPr/>
        </p:nvSpPr>
        <p:spPr>
          <a:xfrm>
            <a:off x="3420428" y="2767281"/>
            <a:ext cx="5351145" cy="132343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8000" dirty="0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74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ADC3596-057F-C25A-F702-B02E10B47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060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0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9818CF95-FA2A-061B-8EE6-B145E3B37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515" y="1054159"/>
            <a:ext cx="1051485" cy="105148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2958" y="944163"/>
            <a:ext cx="9106086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8" y="1635111"/>
            <a:ext cx="9106926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8" y="3602038"/>
            <a:ext cx="910692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0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2538" y="944163"/>
            <a:ext cx="9106926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8" y="1635111"/>
            <a:ext cx="9106926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8" y="3602038"/>
            <a:ext cx="910692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2CE7A424-9F2E-4536-9BF0-4F139F79D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515" y="4591858"/>
            <a:ext cx="1051485" cy="1051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0729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9818CF95-FA2A-061B-8EE6-B145E3B37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515" y="1054159"/>
            <a:ext cx="1051485" cy="105148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2958" y="944163"/>
            <a:ext cx="9106086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8" y="1635111"/>
            <a:ext cx="9106926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8" y="3602038"/>
            <a:ext cx="910692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03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4674"/>
            <a:ext cx="10515600" cy="1754326"/>
          </a:xfrm>
        </p:spPr>
        <p:txBody>
          <a:bodyPr anchor="b" anchorCtr="0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449317"/>
            <a:ext cx="10515600" cy="269602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192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4674"/>
            <a:ext cx="10515600" cy="1754326"/>
          </a:xfrm>
        </p:spPr>
        <p:txBody>
          <a:bodyPr anchor="b" anchorCtr="0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449317"/>
            <a:ext cx="10515600" cy="269602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58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487055"/>
            <a:ext cx="10972800" cy="388389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5370946"/>
            <a:ext cx="10972800" cy="774399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8584E1-7C00-27F3-CF68-557C6769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948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487055"/>
            <a:ext cx="10972800" cy="388389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5370946"/>
            <a:ext cx="10972800" cy="774399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F38734-F782-8AFA-D9DC-25DC7EDB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430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28635" y="0"/>
            <a:ext cx="6763363" cy="685800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110068"/>
            <a:ext cx="4705964" cy="403527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495361"/>
            <a:ext cx="4705962" cy="52439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AEB66B8-5A92-5BD7-E23C-ABD91B36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2"/>
            <a:ext cx="4705964" cy="985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39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495361"/>
            <a:ext cx="5429864" cy="52439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2110067"/>
            <a:ext cx="5429865" cy="40352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2536" y="381002"/>
            <a:ext cx="5429864" cy="2259971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2536" y="2640973"/>
            <a:ext cx="5429864" cy="37826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2536" y="3507107"/>
            <a:ext cx="5429864" cy="2259971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2536" y="5767078"/>
            <a:ext cx="5429864" cy="37826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45C1F8C-CED6-F7B8-6048-8D6A3D33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2"/>
            <a:ext cx="5429864" cy="985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6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97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u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91E289-5BB6-C53C-901D-E6A85B063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5999" cy="6858000"/>
          </a:xfrm>
          <a:prstGeom prst="rect">
            <a:avLst/>
          </a:prstGeom>
          <a:gradFill>
            <a:gsLst>
              <a:gs pos="0">
                <a:srgbClr val="004A86"/>
              </a:gs>
              <a:gs pos="100000">
                <a:srgbClr val="004A86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4300" y="609599"/>
            <a:ext cx="5118100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64300" y="1813801"/>
            <a:ext cx="5118100" cy="44346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DAEF5D-F7D2-C80B-5D49-5E0061EA1ADB}"/>
              </a:ext>
            </a:extLst>
          </p:cNvPr>
          <p:cNvSpPr/>
          <p:nvPr/>
        </p:nvSpPr>
        <p:spPr>
          <a:xfrm>
            <a:off x="743610" y="2461462"/>
            <a:ext cx="274320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1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u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91E289-5BB6-C53C-901D-E6A85B063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5999" cy="6858000"/>
          </a:xfrm>
          <a:prstGeom prst="rect">
            <a:avLst/>
          </a:prstGeom>
          <a:gradFill>
            <a:gsLst>
              <a:gs pos="0">
                <a:srgbClr val="004A86"/>
              </a:gs>
              <a:gs pos="100000">
                <a:srgbClr val="004A86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4300" y="609599"/>
            <a:ext cx="5118100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64300" y="1813801"/>
            <a:ext cx="5118100" cy="44346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DAEF5D-F7D2-C80B-5D49-5E0061EA1ADB}"/>
              </a:ext>
            </a:extLst>
          </p:cNvPr>
          <p:cNvSpPr/>
          <p:nvPr/>
        </p:nvSpPr>
        <p:spPr>
          <a:xfrm>
            <a:off x="743610" y="2461462"/>
            <a:ext cx="274320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6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91E289-5BB6-C53C-901D-E6A85B063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5999" cy="6858000"/>
          </a:xfrm>
          <a:prstGeom prst="rect">
            <a:avLst/>
          </a:prstGeom>
          <a:gradFill>
            <a:gsLst>
              <a:gs pos="0">
                <a:srgbClr val="004A86"/>
              </a:gs>
              <a:gs pos="100000">
                <a:srgbClr val="004A86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4300" y="609599"/>
            <a:ext cx="5118100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64300" y="1813801"/>
            <a:ext cx="5118100" cy="44346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DAEF5D-F7D2-C80B-5D49-5E0061EA1ADB}"/>
              </a:ext>
            </a:extLst>
          </p:cNvPr>
          <p:cNvSpPr/>
          <p:nvPr/>
        </p:nvSpPr>
        <p:spPr>
          <a:xfrm>
            <a:off x="743610" y="2461462"/>
            <a:ext cx="274320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9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10067"/>
            <a:ext cx="10972800" cy="4035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2E2F26-2E22-938E-C235-D128AB50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2"/>
            <a:ext cx="10972800" cy="9853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290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495360"/>
            <a:ext cx="10972800" cy="524390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110067"/>
            <a:ext cx="5429866" cy="4035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2534" y="2110067"/>
            <a:ext cx="5429866" cy="4035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08C8E1B-179C-0964-CB94-D0D646C7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2"/>
            <a:ext cx="10972800" cy="9853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780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8CCCAA0-384D-DC03-4F0D-BFEC04ED0452}"/>
              </a:ext>
            </a:extLst>
          </p:cNvPr>
          <p:cNvSpPr/>
          <p:nvPr/>
        </p:nvSpPr>
        <p:spPr>
          <a:xfrm>
            <a:off x="1181100" y="1143000"/>
            <a:ext cx="9829800" cy="4572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54000" dist="42518" dir="5400000" rotWithShape="0">
              <a:srgbClr val="00285A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5885CA-94A1-AFCA-5EAF-3A44C57CD4E1}"/>
              </a:ext>
            </a:extLst>
          </p:cNvPr>
          <p:cNvSpPr/>
          <p:nvPr/>
        </p:nvSpPr>
        <p:spPr>
          <a:xfrm>
            <a:off x="1181100" y="1143000"/>
            <a:ext cx="365760" cy="365760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4734" y="1388533"/>
            <a:ext cx="9262534" cy="4080934"/>
          </a:xfrm>
        </p:spPr>
        <p:txBody>
          <a:bodyPr anchor="t" anchorCtr="0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097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FF2412D-19E1-0220-6DBA-A91EAABB8A4A}"/>
              </a:ext>
            </a:extLst>
          </p:cNvPr>
          <p:cNvSpPr/>
          <p:nvPr/>
        </p:nvSpPr>
        <p:spPr>
          <a:xfrm>
            <a:off x="1181100" y="1143000"/>
            <a:ext cx="9829800" cy="4572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54000" dist="42518" dir="5400000" rotWithShape="0">
              <a:srgbClr val="00285A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4733" y="1388533"/>
            <a:ext cx="9262536" cy="4080934"/>
          </a:xfrm>
        </p:spPr>
        <p:txBody>
          <a:bodyPr anchor="t" anchorCtr="0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F92FCC-5EEC-D163-7ECC-73C6A749B86B}"/>
              </a:ext>
            </a:extLst>
          </p:cNvPr>
          <p:cNvSpPr/>
          <p:nvPr/>
        </p:nvSpPr>
        <p:spPr>
          <a:xfrm>
            <a:off x="1181100" y="1143000"/>
            <a:ext cx="365760" cy="365760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7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F4567CD-F1DA-4E8F-ADDF-371B07892411}"/>
              </a:ext>
            </a:extLst>
          </p:cNvPr>
          <p:cNvSpPr/>
          <p:nvPr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16119A-1487-48A7-9CC6-71F9F9535C16}"/>
              </a:ext>
            </a:extLst>
          </p:cNvPr>
          <p:cNvSpPr/>
          <p:nvPr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CF0AA4-E89F-418F-83F2-0CC0FB3DF16B}"/>
              </a:ext>
            </a:extLst>
          </p:cNvPr>
          <p:cNvSpPr/>
          <p:nvPr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F8D4CB-DB57-4130-8BDE-86D5A4C11D49}"/>
              </a:ext>
            </a:extLst>
          </p:cNvPr>
          <p:cNvSpPr/>
          <p:nvPr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rgbClr val="E9E9E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2BD194-F320-4426-964A-1D4F58024C5F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C32755-5BE0-4F78-B52A-08742A60A8EF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3F9D2F-6ED9-4D82-B111-BEFD50CBB7B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C42114-E0DC-41C5-A333-869DAB921F8F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18CC9F-8A17-402D-B10E-AE9061E9554F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40114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81569F-6701-4CDA-895D-6BD6D388AB05}"/>
              </a:ext>
            </a:extLst>
          </p:cNvPr>
          <p:cNvSpPr/>
          <p:nvPr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rgbClr val="E9E9E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8CE26D-A586-4A86-AA98-B9D850FBFCD7}"/>
              </a:ext>
            </a:extLst>
          </p:cNvPr>
          <p:cNvSpPr/>
          <p:nvPr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E63CF4-E38C-42FE-9C75-CB2B3DEB5FBD}"/>
              </a:ext>
            </a:extLst>
          </p:cNvPr>
          <p:cNvSpPr/>
          <p:nvPr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E1EECF-CDF6-475D-8C89-D59E9C677475}"/>
              </a:ext>
            </a:extLst>
          </p:cNvPr>
          <p:cNvSpPr/>
          <p:nvPr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C04415-8743-3853-676C-0DA0928EEFDB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6AD0BF1-61C4-E361-96E8-FD6A35CE117B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D416FB8-DE59-3960-2093-11B31D01E758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26B763B-BA2E-530C-5EBF-AB1531E6817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CFC4399-D399-5D31-3A05-3CD389F0DF06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1240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hoto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F4567CD-F1DA-4E8F-ADDF-371B07892411}"/>
              </a:ext>
            </a:extLst>
          </p:cNvPr>
          <p:cNvSpPr/>
          <p:nvPr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16119A-1487-48A7-9CC6-71F9F9535C16}"/>
              </a:ext>
            </a:extLst>
          </p:cNvPr>
          <p:cNvSpPr/>
          <p:nvPr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CF0AA4-E89F-418F-83F2-0CC0FB3DF16B}"/>
              </a:ext>
            </a:extLst>
          </p:cNvPr>
          <p:cNvSpPr/>
          <p:nvPr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F8D4CB-DB57-4130-8BDE-86D5A4C11D49}"/>
              </a:ext>
            </a:extLst>
          </p:cNvPr>
          <p:cNvSpPr/>
          <p:nvPr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2BD194-F320-4426-964A-1D4F58024C5F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C32755-5BE0-4F78-B52A-08742A60A8EF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3F9D2F-6ED9-4D82-B111-BEFD50CBB7B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C42114-E0DC-41C5-A333-869DAB921F8F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18CC9F-8A17-402D-B10E-AE9061E9554F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75396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hoto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F4567CD-F1DA-4E8F-ADDF-371B07892411}"/>
              </a:ext>
            </a:extLst>
          </p:cNvPr>
          <p:cNvSpPr/>
          <p:nvPr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rgbClr val="65317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16119A-1487-48A7-9CC6-71F9F9535C16}"/>
              </a:ext>
            </a:extLst>
          </p:cNvPr>
          <p:cNvSpPr/>
          <p:nvPr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rgbClr val="CC94D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CF0AA4-E89F-418F-83F2-0CC0FB3DF16B}"/>
              </a:ext>
            </a:extLst>
          </p:cNvPr>
          <p:cNvSpPr/>
          <p:nvPr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rgbClr val="8F5DA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F8D4CB-DB57-4130-8BDE-86D5A4C11D49}"/>
              </a:ext>
            </a:extLst>
          </p:cNvPr>
          <p:cNvSpPr/>
          <p:nvPr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2BD194-F320-4426-964A-1D4F58024C5F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C32755-5BE0-4F78-B52A-08742A60A8EF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3F9D2F-6ED9-4D82-B111-BEFD50CBB7B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C42114-E0DC-41C5-A333-869DAB921F8F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18CC9F-8A17-402D-B10E-AE9061E9554F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44630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91674"/>
            <a:ext cx="10972800" cy="4653672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953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1491674"/>
            <a:ext cx="5429865" cy="4653672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1491674"/>
            <a:ext cx="5429865" cy="4653672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3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706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60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712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10972800" cy="53152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105680"/>
            <a:ext cx="10972800" cy="4039665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6A3C7A-0D03-4ABF-7369-DA48EFB6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941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1000" y="2105680"/>
            <a:ext cx="5429865" cy="4039665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2105680"/>
            <a:ext cx="5429865" cy="4039665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B6E4F3-2E55-E9EA-4859-9DC5DF53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236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39665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94338F-57B1-028F-1D5E-F45277722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0"/>
            <a:ext cx="5429864" cy="10895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07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39665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76839"/>
            <a:ext cx="5429250" cy="2364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26138" y="2655076"/>
            <a:ext cx="5429250" cy="37826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402944"/>
            <a:ext cx="5429250" cy="2364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4294" y="5767078"/>
            <a:ext cx="5429250" cy="37826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3E60C93-847C-93D6-AE2E-10B0B166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0"/>
            <a:ext cx="5429864" cy="10895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122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2330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01862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643695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8B0F4-E007-F41E-F5D0-77F772EE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51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u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57200"/>
            <a:ext cx="5874297" cy="5948829"/>
          </a:xfrm>
          <a:prstGeom prst="rect">
            <a:avLst/>
          </a:prstGeom>
          <a:solidFill>
            <a:srgbClr val="D8D8D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960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2"/>
            <a:ext cx="5433848" cy="43315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B807F-E5A0-4B47-8126-0798D03DD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8329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u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57200"/>
            <a:ext cx="5874297" cy="5948829"/>
          </a:xfrm>
          <a:prstGeom prst="rect">
            <a:avLst/>
          </a:prstGeom>
          <a:solidFill>
            <a:srgbClr val="D8D8D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2"/>
            <a:ext cx="5433848" cy="43315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16FE66-F77C-48EC-9636-B0D3F1F81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C0925EA-E721-8E27-02E3-4DB09C20BF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960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9190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istic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87056"/>
            <a:ext cx="7557731" cy="46582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D73A8-1A02-9040-4814-89E9B5B3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93100" y="0"/>
            <a:ext cx="3441700" cy="64008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404670-4FA2-D10A-53E2-CB00FF45773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661400" y="381003"/>
            <a:ext cx="2692400" cy="152399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FE4F53-B95E-409B-6667-2548B9F0AD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661400" y="2501176"/>
            <a:ext cx="2692400" cy="152399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913E3-8E6F-2478-E6D6-4E7700F522D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661400" y="4621348"/>
            <a:ext cx="2692400" cy="152399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6076A10-3D56-FCAB-785E-70B2C43D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0"/>
            <a:ext cx="7557731" cy="10895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11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istics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7D73A8-1A02-9040-4814-89E9B5B3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4100362"/>
            <a:ext cx="11734799" cy="2300438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404670-4FA2-D10A-53E2-CB00FF45773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0187" y="4254366"/>
            <a:ext cx="3204678" cy="1890979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FE4F53-B95E-409B-6667-2548B9F0AD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99823" y="4254366"/>
            <a:ext cx="3204678" cy="1890979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913E3-8E6F-2478-E6D6-4E7700F522D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858760" y="4254366"/>
            <a:ext cx="3204678" cy="1890979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0" indent="0" algn="ctr">
              <a:buNone/>
              <a:defRPr sz="1400"/>
            </a:lvl2pPr>
            <a:lvl3pPr marL="0" indent="0" algn="ctr">
              <a:buNone/>
              <a:defRPr sz="1200"/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87057"/>
            <a:ext cx="10972800" cy="24785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65D6C79-9D37-0E13-82D2-107B3801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0"/>
            <a:ext cx="10972800" cy="10895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918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7307" y="1828800"/>
            <a:ext cx="10557387" cy="3200400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CE575-6B8D-CE65-CA71-FF4D4B610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52DAB1-EFD9-4743-BC94-47F323AA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3181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B0861-499A-4B5C-86C7-11D994DAA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8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F4567CD-F1DA-4E8F-ADDF-371B07892411}"/>
              </a:ext>
            </a:extLst>
          </p:cNvPr>
          <p:cNvSpPr/>
          <p:nvPr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16119A-1487-48A7-9CC6-71F9F9535C16}"/>
              </a:ext>
            </a:extLst>
          </p:cNvPr>
          <p:cNvSpPr/>
          <p:nvPr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CF0AA4-E89F-418F-83F2-0CC0FB3DF16B}"/>
              </a:ext>
            </a:extLst>
          </p:cNvPr>
          <p:cNvSpPr/>
          <p:nvPr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F8D4CB-DB57-4130-8BDE-86D5A4C11D49}"/>
              </a:ext>
            </a:extLst>
          </p:cNvPr>
          <p:cNvSpPr/>
          <p:nvPr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rgbClr val="E9E9E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2BD194-F320-4426-964A-1D4F58024C5F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C32755-5BE0-4F78-B52A-08742A60A8EF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68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3F9D2F-6ED9-4D82-B111-BEFD50CBB7B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C42114-E0DC-41C5-A333-869DAB921F8F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18CC9F-8A17-402D-B10E-AE9061E9554F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39557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010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9BD37C-A267-3FD3-9045-70C2A2537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867398" y="457200"/>
            <a:ext cx="5867402" cy="5943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06BD04-B5E7-422F-B321-54907EFDF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2"/>
            <a:ext cx="5433848" cy="43315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35DA17-DFF2-467C-A710-877908080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AEFDCF-A68C-4E0D-95B4-6F1A9717550A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5E41F1-4636-455F-8CC5-9CC2D25CD287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F6C486-C6BA-41CF-8F21-5691BA4400F2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E64EE39-B35C-D544-074C-5DB3D548D0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960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622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01862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643695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D453B2-FDDC-7246-1B77-FA74ADF9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84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7307" y="1828800"/>
            <a:ext cx="10557387" cy="3200400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3CE3C-7156-09B5-124E-FA15558C6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B24F60-DA5D-EAB4-1192-7D546FFF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264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58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29" Type="http://schemas.openxmlformats.org/officeDocument/2006/relationships/image" Target="../media/image13.svg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28" Type="http://schemas.openxmlformats.org/officeDocument/2006/relationships/image" Target="../media/image12.png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2"/>
            <a:ext cx="10972800" cy="98536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91673"/>
            <a:ext cx="10972800" cy="4653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 descr="page number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/>
        </p:nvSpPr>
        <p:spPr>
          <a:xfrm>
            <a:off x="11886783" y="650210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8" name="Rectangle 7" descr="Intel Confidential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/>
        </p:nvSpPr>
        <p:spPr>
          <a:xfrm>
            <a:off x="10581220" y="6455939"/>
            <a:ext cx="1213795" cy="246221"/>
          </a:xfrm>
          <a:prstGeom prst="rect">
            <a:avLst/>
          </a:prstGeom>
        </p:spPr>
        <p:txBody>
          <a:bodyPr wrap="none" anchor="b" anchorCtr="0">
            <a:spAutoFit/>
          </a:bodyPr>
          <a:lstStyle/>
          <a:p>
            <a:pPr algn="r"/>
            <a:r>
              <a:rPr lang="en-US" sz="1000" b="0" i="0" dirty="0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 descr="Department or Event Name">
            <a:extLst>
              <a:ext uri="{FF2B5EF4-FFF2-40B4-BE49-F238E27FC236}">
                <a16:creationId xmlns:a16="http://schemas.microsoft.com/office/drawing/2014/main" id="{8A75CF89-9B1A-49AA-8C1C-7280637B6567}"/>
              </a:ext>
            </a:extLst>
          </p:cNvPr>
          <p:cNvSpPr/>
          <p:nvPr/>
        </p:nvSpPr>
        <p:spPr>
          <a:xfrm>
            <a:off x="609600" y="6455939"/>
            <a:ext cx="6276077" cy="246221"/>
          </a:xfrm>
          <a:prstGeom prst="rect">
            <a:avLst/>
          </a:prstGeom>
        </p:spPr>
        <p:txBody>
          <a:bodyPr wrap="none" anchor="b" anchorCtr="0">
            <a:spAutoFit/>
          </a:bodyPr>
          <a:lstStyle/>
          <a:p>
            <a:pPr algn="l"/>
            <a:r>
              <a:rPr lang="en-US" sz="1000" b="0" i="0" dirty="0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PDQe | Product Development &amp; Quality Engineering – </a:t>
            </a:r>
            <a:r>
              <a:rPr lang="en-US" sz="1000" b="0" i="1" dirty="0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making manufacturing a competitive advantage</a:t>
            </a:r>
            <a:endParaRPr lang="en-US" sz="1000" b="0" i="0" dirty="0">
              <a:solidFill>
                <a:schemeClr val="tx1"/>
              </a:solidFill>
              <a:latin typeface="+mn-lt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">
            <a:extLst>
              <a:ext uri="{FF2B5EF4-FFF2-40B4-BE49-F238E27FC236}">
                <a16:creationId xmlns:a16="http://schemas.microsoft.com/office/drawing/2014/main" id="{2B8AB3DE-0622-7721-6B35-72F61BE174E8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0" y="6247278"/>
            <a:ext cx="610722" cy="6107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27371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96" r:id="rId3"/>
    <p:sldLayoutId id="2147483676" r:id="rId4"/>
    <p:sldLayoutId id="2147483679" r:id="rId5"/>
    <p:sldLayoutId id="2147483682" r:id="rId6"/>
    <p:sldLayoutId id="2147483717" r:id="rId7"/>
    <p:sldLayoutId id="2147483716" r:id="rId8"/>
    <p:sldLayoutId id="2147483678" r:id="rId9"/>
    <p:sldLayoutId id="2147483677" r:id="rId10"/>
    <p:sldLayoutId id="2147483689" r:id="rId11"/>
    <p:sldLayoutId id="2147483688" r:id="rId12"/>
    <p:sldLayoutId id="2147483697" r:id="rId13"/>
    <p:sldLayoutId id="2147483684" r:id="rId14"/>
    <p:sldLayoutId id="2147483715" r:id="rId15"/>
    <p:sldLayoutId id="2147483686" r:id="rId16"/>
    <p:sldLayoutId id="2147483718" r:id="rId17"/>
    <p:sldLayoutId id="2147483719" r:id="rId18"/>
    <p:sldLayoutId id="2147483699" r:id="rId19"/>
    <p:sldLayoutId id="2147483695" r:id="rId20"/>
    <p:sldLayoutId id="2147483712" r:id="rId21"/>
    <p:sldLayoutId id="2147483713" r:id="rId22"/>
    <p:sldLayoutId id="2147483710" r:id="rId23"/>
    <p:sldLayoutId id="2147483714" r:id="rId24"/>
    <p:sldLayoutId id="2147483705" r:id="rId25"/>
    <p:sldLayoutId id="2147483687" r:id="rId26"/>
    <p:sldLayoutId id="2147483706" r:id="rId27"/>
    <p:sldLayoutId id="2147483711" r:id="rId28"/>
    <p:sldLayoutId id="2147483683" r:id="rId29"/>
    <p:sldLayoutId id="2147483685" r:id="rId30"/>
    <p:sldLayoutId id="2147483700" r:id="rId31"/>
    <p:sldLayoutId id="2147483707" r:id="rId32"/>
    <p:sldLayoutId id="2147483708" r:id="rId33"/>
    <p:sldLayoutId id="2147483680" r:id="rId34"/>
    <p:sldLayoutId id="2147483681" r:id="rId35"/>
    <p:sldLayoutId id="2147483704" r:id="rId36"/>
    <p:sldLayoutId id="2147483709" r:id="rId3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IntelOne Display Regular" panose="020B0503020203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IntelOne Display Regular" panose="020B05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IntelOne Display Regular" panose="020B0503020203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IntelOne Display Regular" panose="020B0503020203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0"/>
            <a:ext cx="10972800" cy="108952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53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C13F04-AFE6-9D98-8F4A-BB3C418C9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0399" y="6414897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 descr="Intel Confidential">
            <a:extLst>
              <a:ext uri="{FF2B5EF4-FFF2-40B4-BE49-F238E27FC236}">
                <a16:creationId xmlns:a16="http://schemas.microsoft.com/office/drawing/2014/main" id="{4AD9EAF6-2B66-90A1-28B5-DADE5CA86076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en-US" sz="1000" b="0" i="0" dirty="0">
                <a:solidFill>
                  <a:srgbClr val="5E5E5E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6" name="Rectangle 5" descr="Department or Event Name">
            <a:extLst>
              <a:ext uri="{FF2B5EF4-FFF2-40B4-BE49-F238E27FC236}">
                <a16:creationId xmlns:a16="http://schemas.microsoft.com/office/drawing/2014/main" id="{EEEAD05C-6C9B-5530-AAC9-5E145F434204}"/>
              </a:ext>
            </a:extLst>
          </p:cNvPr>
          <p:cNvSpPr/>
          <p:nvPr/>
        </p:nvSpPr>
        <p:spPr>
          <a:xfrm>
            <a:off x="286365" y="6510549"/>
            <a:ext cx="3877985" cy="276999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l"/>
            <a:r>
              <a:rPr lang="en-US" sz="1200" b="0" i="0" dirty="0">
                <a:solidFill>
                  <a:srgbClr val="1E2EB8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PDQe | Product Development &amp; Quality Engineering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691DBAA-52E0-54B6-45D9-FEAB0D0BD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TextBox 19" descr="page number">
            <a:extLst>
              <a:ext uri="{FF2B5EF4-FFF2-40B4-BE49-F238E27FC236}">
                <a16:creationId xmlns:a16="http://schemas.microsoft.com/office/drawing/2014/main" id="{23703A79-9E2F-C09B-555B-FF767B4E6CEE}"/>
              </a:ext>
            </a:extLst>
          </p:cNvPr>
          <p:cNvSpPr txBox="1"/>
          <p:nvPr/>
        </p:nvSpPr>
        <p:spPr>
          <a:xfrm>
            <a:off x="11795252" y="6506879"/>
            <a:ext cx="349776" cy="246221"/>
          </a:xfrm>
          <a:prstGeom prst="rect">
            <a:avLst/>
          </a:prstGeom>
        </p:spPr>
        <p:txBody>
          <a:bodyPr wrap="none" anchor="ctr" anchorCtr="0">
            <a:spAutoFit/>
          </a:bodyPr>
          <a:lstStyle>
            <a:defPPr>
              <a:defRPr lang="en-US"/>
            </a:defPPr>
            <a:lvl1pPr algn="ctr">
              <a:defRPr sz="1000" b="0" i="0">
                <a:solidFill>
                  <a:srgbClr val="5E5E5E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defRPr>
            </a:lvl1pPr>
          </a:lstStyle>
          <a:p>
            <a:pPr lvl="0"/>
            <a:fld id="{4F6B73DA-0149-4325-A7B8-AE29BD4BC701}" type="slidenum">
              <a:rPr lang="en-US" smtClean="0">
                <a:latin typeface="+mn-lt"/>
                <a:sym typeface="Helvetica Neue"/>
              </a:rPr>
              <a:pPr lvl="0"/>
              <a:t>‹#›</a:t>
            </a:fld>
            <a:endParaRPr lang="en-US" dirty="0" err="1">
              <a:latin typeface="+mn-lt"/>
              <a:sym typeface="Helvetica Neue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58C43-E667-5A26-DF46-49F818B26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4129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tel-restricted/applications.automation.analog-system-test.torch-extinguishe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8" Type="http://schemas.openxmlformats.org/officeDocument/2006/relationships/image" Target="../media/image20.png"/><Relationship Id="rId3" Type="http://schemas.openxmlformats.org/officeDocument/2006/relationships/image" Target="../media/image19.png"/><Relationship Id="rId21" Type="http://schemas.openxmlformats.org/officeDocument/2006/relationships/customXml" Target="../ink/ink6.xml"/><Relationship Id="rId7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8.png"/><Relationship Id="rId16" Type="http://schemas.openxmlformats.org/officeDocument/2006/relationships/customXml" Target="../ink/ink4.xml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27.png"/><Relationship Id="rId15" Type="http://schemas.openxmlformats.org/officeDocument/2006/relationships/image" Target="../media/image25.png"/><Relationship Id="rId23" Type="http://schemas.openxmlformats.org/officeDocument/2006/relationships/customXml" Target="../ink/ink7.xml"/><Relationship Id="rId10" Type="http://schemas.openxmlformats.org/officeDocument/2006/relationships/customXml" Target="../ink/ink3.xml"/><Relationship Id="rId19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22.png"/><Relationship Id="rId22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13.xml"/><Relationship Id="rId18" Type="http://schemas.openxmlformats.org/officeDocument/2006/relationships/image" Target="../media/image36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33.png"/><Relationship Id="rId17" Type="http://schemas.openxmlformats.org/officeDocument/2006/relationships/customXml" Target="../ink/ink15.xml"/><Relationship Id="rId2" Type="http://schemas.openxmlformats.org/officeDocument/2006/relationships/image" Target="../media/image28.png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32.png"/><Relationship Id="rId19" Type="http://schemas.openxmlformats.org/officeDocument/2006/relationships/customXml" Target="../ink/ink16.xml"/><Relationship Id="rId4" Type="http://schemas.openxmlformats.org/officeDocument/2006/relationships/image" Target="../media/image29.png"/><Relationship Id="rId9" Type="http://schemas.openxmlformats.org/officeDocument/2006/relationships/customXml" Target="../ink/ink11.xml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47.png"/><Relationship Id="rId12" Type="http://schemas.openxmlformats.org/officeDocument/2006/relationships/customXml" Target="../ink/ink21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8.xml"/><Relationship Id="rId11" Type="http://schemas.openxmlformats.org/officeDocument/2006/relationships/image" Target="../media/image49.png"/><Relationship Id="rId5" Type="http://schemas.openxmlformats.org/officeDocument/2006/relationships/image" Target="../media/image460.png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customXml" Target="../ink/ink23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8A93FD-3592-3FBB-B025-F1B458D2B7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GITHUB</a:t>
            </a:r>
            <a:r>
              <a:rPr lang="en-US" dirty="0"/>
              <a:t> – Requires AGS “Analog System Test Developers”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A49185-96DA-43F5-5871-6B7D064EA6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dirty="0">
                <a:cs typeface="Helvetica Neue Medium"/>
              </a:rPr>
              <a:t>Extinguisher</a:t>
            </a:r>
            <a:br>
              <a:rPr lang="en-US" sz="6600" dirty="0">
                <a:cs typeface="Helvetica Neue Medium"/>
              </a:rPr>
            </a:br>
            <a:r>
              <a:rPr lang="en-US" sz="6600" dirty="0">
                <a:cs typeface="Helvetica Neue Medium"/>
              </a:rPr>
              <a:t>Overview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6426501-5B21-3ADC-363D-878592C5C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2025 ww18</a:t>
            </a:r>
            <a:br>
              <a:rPr lang="en-US" dirty="0"/>
            </a:br>
            <a:r>
              <a:rPr lang="en-US" dirty="0"/>
              <a:t>Pacheco, Miles</a:t>
            </a:r>
          </a:p>
          <a:p>
            <a:r>
              <a:rPr lang="en-US" sz="3200" dirty="0"/>
              <a:t>Release v4.4.1</a:t>
            </a:r>
          </a:p>
        </p:txBody>
      </p:sp>
    </p:spTree>
    <p:extLst>
      <p:ext uri="{BB962C8B-B14F-4D97-AF65-F5344CB8AC3E}">
        <p14:creationId xmlns:p14="http://schemas.microsoft.com/office/powerpoint/2010/main" val="331681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9415E9-CD5F-19D5-6907-CE8036D0E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Take multiple modules configured “similarly” and merge them into single source.</a:t>
            </a:r>
          </a:p>
          <a:p>
            <a:r>
              <a:rPr lang="en-US" sz="2800" dirty="0"/>
              <a:t>Automate distribution of changes across modules.</a:t>
            </a:r>
          </a:p>
          <a:p>
            <a:r>
              <a:rPr lang="en-US" sz="2800" dirty="0"/>
              <a:t>Uses layers of modifications via python to manage output.</a:t>
            </a:r>
          </a:p>
          <a:p>
            <a:pPr lvl="1"/>
            <a:r>
              <a:rPr lang="en-US" sz="2600" dirty="0"/>
              <a:t>Many modification types were lifted from TPIE, but with enhanced features.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FD76E4-7BEC-439F-993E-3437BCBC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Torch Extinguisher Purpose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BA497-072C-705A-7FF2-945B7BF24D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24324" y="2211164"/>
            <a:ext cx="4486901" cy="3210373"/>
          </a:xfrm>
        </p:spPr>
      </p:pic>
    </p:spTree>
    <p:extLst>
      <p:ext uri="{BB962C8B-B14F-4D97-AF65-F5344CB8AC3E}">
        <p14:creationId xmlns:p14="http://schemas.microsoft.com/office/powerpoint/2010/main" val="27592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9415E9-CD5F-19D5-6907-CE8036D0E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Start with list of deltas between versions of the same modules.</a:t>
            </a:r>
          </a:p>
          <a:p>
            <a:r>
              <a:rPr lang="en-US" sz="2800" dirty="0"/>
              <a:t>Copy a module, and rename it &lt;</a:t>
            </a:r>
            <a:r>
              <a:rPr lang="en-US" sz="2800" dirty="0" err="1"/>
              <a:t>ModuleName</a:t>
            </a:r>
            <a:r>
              <a:rPr lang="en-US" sz="2800" dirty="0"/>
              <a:t>&gt;.</a:t>
            </a:r>
            <a:r>
              <a:rPr lang="en-US" sz="2800" dirty="0" err="1"/>
              <a:t>input.mtpl</a:t>
            </a:r>
            <a:r>
              <a:rPr lang="en-US" sz="2800" dirty="0"/>
              <a:t>. </a:t>
            </a:r>
          </a:p>
          <a:p>
            <a:pPr lvl="1"/>
            <a:r>
              <a:rPr lang="en-US" sz="2600" dirty="0"/>
              <a:t>Ideally a sort module, for bin/counter reasons.</a:t>
            </a:r>
          </a:p>
          <a:p>
            <a:r>
              <a:rPr lang="en-US" sz="2800" dirty="0"/>
              <a:t>Use the reference for modifications a guide to add “Rules” for each socket/product type/</a:t>
            </a:r>
            <a:r>
              <a:rPr lang="en-US" sz="2800" dirty="0" err="1"/>
              <a:t>bom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FD76E4-7BEC-439F-993E-3437BCBC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Basic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5C637D-9A07-DCB9-6878-5837F19C31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27040" y="1899140"/>
            <a:ext cx="6119448" cy="3337422"/>
          </a:xfrm>
        </p:spPr>
      </p:pic>
    </p:spTree>
    <p:extLst>
      <p:ext uri="{BB962C8B-B14F-4D97-AF65-F5344CB8AC3E}">
        <p14:creationId xmlns:p14="http://schemas.microsoft.com/office/powerpoint/2010/main" val="266369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9415E9-CD5F-19D5-6907-CE8036D0E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Once conversion is done, single source makes “global” changes much easier. </a:t>
            </a:r>
          </a:p>
          <a:p>
            <a:r>
              <a:rPr lang="en-US" sz="2800" dirty="0"/>
              <a:t>Leverage automation of bin/counters, instance removal, and Prime/TOS versioning.</a:t>
            </a:r>
          </a:p>
          <a:p>
            <a:r>
              <a:rPr lang="en-US" sz="2800" dirty="0"/>
              <a:t>Assists PDE to become more familiar with basic OTPL syntax, making debug easier.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FD76E4-7BEC-439F-993E-3437BCBC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Benefits Gained</a:t>
            </a:r>
          </a:p>
        </p:txBody>
      </p:sp>
      <p:pic>
        <p:nvPicPr>
          <p:cNvPr id="5" name="Content Placeholder 4" descr="Quality, speed, efficiency and cost management process icon. Banner vector illustration">
            <a:extLst>
              <a:ext uri="{FF2B5EF4-FFF2-40B4-BE49-F238E27FC236}">
                <a16:creationId xmlns:a16="http://schemas.microsoft.com/office/drawing/2014/main" id="{FF333206-CB90-F9A5-3589-5DB2AC0546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219" y="2836985"/>
            <a:ext cx="5356859" cy="173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57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9415E9-CD5F-19D5-6907-CE8036D0E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Once an instance is defined, it exists for all output modules.</a:t>
            </a:r>
          </a:p>
          <a:p>
            <a:pPr lvl="1"/>
            <a:r>
              <a:rPr lang="en-US" sz="2600" dirty="0"/>
              <a:t>If a test is needed for only one output module, bypass un-needed segments.</a:t>
            </a:r>
          </a:p>
          <a:p>
            <a:r>
              <a:rPr lang="en-US" sz="2800" dirty="0"/>
              <a:t>Bin &amp; Counter definition is required for all tests in CSV. </a:t>
            </a:r>
          </a:p>
          <a:p>
            <a:r>
              <a:rPr lang="en-US" sz="2800" dirty="0"/>
              <a:t>Common Configs are required for all modules.</a:t>
            </a:r>
          </a:p>
          <a:p>
            <a:r>
              <a:rPr lang="en-US" sz="2800" dirty="0"/>
              <a:t>For a given module, no </a:t>
            </a:r>
            <a:r>
              <a:rPr lang="en-US" sz="2800" dirty="0" err="1"/>
              <a:t>BOMGroupName</a:t>
            </a:r>
            <a:r>
              <a:rPr lang="en-US" sz="2800" dirty="0"/>
              <a:t> overlap.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FD76E4-7BEC-439F-993E-3437BCBC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Restrictions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E62B2-CCC8-F2E7-C01D-E18D1D68E0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At least 2 output modules are recommended. The more re-use across prod/</a:t>
            </a:r>
            <a:r>
              <a:rPr lang="en-US" sz="2800" dirty="0" err="1"/>
              <a:t>bom</a:t>
            </a:r>
            <a:r>
              <a:rPr lang="en-US" sz="2800" dirty="0"/>
              <a:t>/socket, the more benefit. </a:t>
            </a:r>
          </a:p>
          <a:p>
            <a:r>
              <a:rPr lang="en-US" sz="2800" dirty="0"/>
              <a:t>Not all usage models plumbed, only CLK and some MIO have used extinguisher.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5760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9415E9-CD5F-19D5-6907-CE8036D0E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Many modifications supported, and these are executed top to bottom.</a:t>
            </a:r>
          </a:p>
          <a:p>
            <a:r>
              <a:rPr lang="en-US" sz="2800" dirty="0"/>
              <a:t>Multiple layers of modifications is supported! </a:t>
            </a:r>
          </a:p>
          <a:p>
            <a:pPr lvl="1"/>
            <a:r>
              <a:rPr lang="en-US" sz="2600" dirty="0"/>
              <a:t>If  you use mod1a to add in a @KILLRULE tag for mod5 for a particular OUTPUT, only that OUTPUT will contain the kill.</a:t>
            </a:r>
          </a:p>
          <a:p>
            <a:r>
              <a:rPr lang="en-US" sz="2800" dirty="0"/>
              <a:t>Input/Aleph can be shared among all modules in repo.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FD76E4-7BEC-439F-993E-3437BCBC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Usage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250E1-7A04-B67E-EFE3-A23ADF4340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b="1" i="1" dirty="0"/>
              <a:t>Common Terms this PPT</a:t>
            </a:r>
            <a:r>
              <a:rPr lang="en-US" sz="2800" dirty="0"/>
              <a:t>: </a:t>
            </a:r>
          </a:p>
          <a:p>
            <a:pPr lvl="1"/>
            <a:r>
              <a:rPr lang="en-US" sz="2600" dirty="0"/>
              <a:t>“TEST” refers to the test definition, containing the name, template, and params.</a:t>
            </a:r>
          </a:p>
          <a:p>
            <a:pPr lvl="1"/>
            <a:r>
              <a:rPr lang="en-US" sz="2600" dirty="0"/>
              <a:t>“FLOW” refers to the </a:t>
            </a:r>
            <a:r>
              <a:rPr lang="en-US" sz="2600" dirty="0" err="1"/>
              <a:t>flowitem</a:t>
            </a:r>
            <a:r>
              <a:rPr lang="en-US" sz="2600" dirty="0"/>
              <a:t> definition, containing the flow name, routing, ports, etc. </a:t>
            </a:r>
          </a:p>
          <a:p>
            <a:pPr lvl="1"/>
            <a:r>
              <a:rPr lang="en-US" sz="2600" dirty="0"/>
              <a:t>“OUTPUT” refers to the output folders, typically socket/product/BOM.</a:t>
            </a:r>
          </a:p>
        </p:txBody>
      </p:sp>
    </p:spTree>
    <p:extLst>
      <p:ext uri="{BB962C8B-B14F-4D97-AF65-F5344CB8AC3E}">
        <p14:creationId xmlns:p14="http://schemas.microsoft.com/office/powerpoint/2010/main" val="201134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9415E9-CD5F-19D5-6907-CE8036D0E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i="1" u="sng" dirty="0"/>
              <a:t>Special Case – top level key, see Slide 9</a:t>
            </a:r>
          </a:p>
          <a:p>
            <a:r>
              <a:rPr lang="en-US" sz="2800" b="1" i="1" dirty="0"/>
              <a:t>_</a:t>
            </a:r>
            <a:r>
              <a:rPr lang="en-US" sz="2800" b="1" i="1" dirty="0" err="1"/>
              <a:t>ModuleFolderName</a:t>
            </a:r>
            <a:r>
              <a:rPr lang="en-US" sz="2800" b="1" i="1" dirty="0"/>
              <a:t> (string)</a:t>
            </a:r>
          </a:p>
          <a:p>
            <a:pPr lvl="1"/>
            <a:r>
              <a:rPr lang="en-US" sz="2600" b="1" dirty="0"/>
              <a:t>Set based on </a:t>
            </a:r>
            <a:r>
              <a:rPr lang="en-US" sz="2600" b="1" dirty="0" err="1"/>
              <a:t>config.json</a:t>
            </a:r>
            <a:r>
              <a:rPr lang="en-US" sz="2600" b="1" dirty="0"/>
              <a:t> dictionary</a:t>
            </a:r>
          </a:p>
          <a:p>
            <a:pPr marL="457200" lvl="1" indent="0">
              <a:buNone/>
            </a:pPr>
            <a:endParaRPr lang="en-US" sz="2600" b="1" i="1" dirty="0"/>
          </a:p>
          <a:p>
            <a:pPr marL="0" indent="0">
              <a:buNone/>
            </a:pPr>
            <a:r>
              <a:rPr lang="en-US" sz="2800" b="1" i="1" u="sng" dirty="0"/>
              <a:t>Required</a:t>
            </a:r>
          </a:p>
          <a:p>
            <a:r>
              <a:rPr lang="en-US" sz="2800" b="1" i="1" dirty="0"/>
              <a:t>_</a:t>
            </a:r>
            <a:r>
              <a:rPr lang="en-US" sz="2800" b="1" i="1" dirty="0" err="1"/>
              <a:t>BomGroupName</a:t>
            </a:r>
            <a:r>
              <a:rPr lang="en-US" sz="2800" b="1" i="1" dirty="0"/>
              <a:t> (string)</a:t>
            </a:r>
          </a:p>
          <a:p>
            <a:pPr lvl="1"/>
            <a:r>
              <a:rPr lang="en-US" sz="2600" dirty="0"/>
              <a:t>Should match value from TP.</a:t>
            </a:r>
          </a:p>
          <a:p>
            <a:r>
              <a:rPr lang="en-US" sz="2800" b="1" i="1" dirty="0"/>
              <a:t>_</a:t>
            </a:r>
            <a:r>
              <a:rPr lang="en-US" sz="2800" b="1" i="1" dirty="0" err="1"/>
              <a:t>CounterStandard</a:t>
            </a:r>
            <a:r>
              <a:rPr lang="en-US" sz="2800" b="1" i="1" dirty="0"/>
              <a:t> (string)</a:t>
            </a:r>
          </a:p>
          <a:p>
            <a:pPr lvl="1"/>
            <a:r>
              <a:rPr lang="en-US" sz="2600" dirty="0"/>
              <a:t>“</a:t>
            </a:r>
            <a:r>
              <a:rPr lang="en-US" sz="2600" dirty="0" err="1"/>
              <a:t>hbsbcntr</a:t>
            </a:r>
            <a:r>
              <a:rPr lang="en-US" sz="2600" dirty="0"/>
              <a:t>” or “90hbcntr”</a:t>
            </a:r>
          </a:p>
          <a:p>
            <a:r>
              <a:rPr lang="en-US" sz="2800" b="1" i="1" dirty="0"/>
              <a:t>_</a:t>
            </a:r>
            <a:r>
              <a:rPr lang="en-US" sz="2800" b="1" i="1" dirty="0" err="1"/>
              <a:t>BinStandard</a:t>
            </a:r>
            <a:r>
              <a:rPr lang="en-US" sz="2800" b="1" i="1" dirty="0"/>
              <a:t> (string)</a:t>
            </a:r>
          </a:p>
          <a:p>
            <a:pPr lvl="1"/>
            <a:r>
              <a:rPr lang="en-US" sz="2400" dirty="0"/>
              <a:t>“</a:t>
            </a:r>
            <a:r>
              <a:rPr lang="en-US" sz="2400" dirty="0" err="1"/>
              <a:t>hbsbcntr</a:t>
            </a:r>
            <a:r>
              <a:rPr lang="en-US" sz="2400" dirty="0"/>
              <a:t>”, “90hbhbsb”, “90hbsbzz”</a:t>
            </a:r>
            <a:endParaRPr lang="en-US" sz="2600" dirty="0"/>
          </a:p>
          <a:p>
            <a:r>
              <a:rPr lang="en-US" sz="2800" b="1" i="1" dirty="0"/>
              <a:t>_</a:t>
            </a:r>
            <a:r>
              <a:rPr lang="en-US" sz="2800" b="1" i="1" dirty="0" err="1"/>
              <a:t>FlowType</a:t>
            </a:r>
            <a:r>
              <a:rPr lang="en-US" sz="2800" b="1" i="1" dirty="0"/>
              <a:t> (string)</a:t>
            </a:r>
          </a:p>
          <a:p>
            <a:pPr lvl="1"/>
            <a:r>
              <a:rPr lang="en-US" sz="2600" dirty="0"/>
              <a:t>determines kill port routing, “</a:t>
            </a:r>
            <a:r>
              <a:rPr lang="en-US" sz="2600" dirty="0" err="1"/>
              <a:t>forceflow</a:t>
            </a:r>
            <a:r>
              <a:rPr lang="en-US" sz="2600" dirty="0"/>
              <a:t>” or “</a:t>
            </a:r>
            <a:r>
              <a:rPr lang="en-US" sz="2600" dirty="0" err="1"/>
              <a:t>stoponfail</a:t>
            </a:r>
            <a:r>
              <a:rPr lang="en-US" sz="2600" dirty="0"/>
              <a:t>”</a:t>
            </a:r>
          </a:p>
          <a:p>
            <a:pPr lvl="1"/>
            <a:endParaRPr lang="en-US" sz="2600" dirty="0"/>
          </a:p>
          <a:p>
            <a:pPr lvl="1"/>
            <a:endParaRPr lang="en-US" sz="2400" dirty="0"/>
          </a:p>
          <a:p>
            <a:pPr lvl="1"/>
            <a:endParaRPr lang="en-US" sz="2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FD76E4-7BEC-439F-993E-3437BCBC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Common Configurations (in </a:t>
            </a:r>
            <a:r>
              <a:rPr lang="en-US" sz="4400" dirty="0" err="1"/>
              <a:t>config.json</a:t>
            </a:r>
            <a:r>
              <a:rPr lang="en-US" sz="4400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250E1-7A04-B67E-EFE3-A23ADF434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2534" y="1487056"/>
            <a:ext cx="5429866" cy="484724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800" b="1" i="1" u="sng" dirty="0"/>
              <a:t>Optional Features</a:t>
            </a:r>
          </a:p>
          <a:p>
            <a:r>
              <a:rPr lang="en-US" sz="2400" b="1" i="1" dirty="0"/>
              <a:t>_</a:t>
            </a:r>
            <a:r>
              <a:rPr lang="en-US" sz="2400" b="1" i="1" dirty="0" err="1"/>
              <a:t>TcgProduct</a:t>
            </a:r>
            <a:r>
              <a:rPr lang="en-US" sz="2400" b="1" i="1" dirty="0"/>
              <a:t> (string)</a:t>
            </a:r>
          </a:p>
          <a:p>
            <a:pPr lvl="1"/>
            <a:r>
              <a:rPr lang="en-US" sz="2400" dirty="0"/>
              <a:t>this should match DRV root.</a:t>
            </a:r>
          </a:p>
          <a:p>
            <a:r>
              <a:rPr lang="en-US" sz="2400" b="1" i="1" dirty="0"/>
              <a:t>_</a:t>
            </a:r>
            <a:r>
              <a:rPr lang="en-US" sz="2400" b="1" i="1" dirty="0" err="1"/>
              <a:t>PrimeVersion</a:t>
            </a:r>
            <a:r>
              <a:rPr lang="en-US" sz="2400" b="1" i="1" dirty="0"/>
              <a:t> (string)</a:t>
            </a:r>
          </a:p>
          <a:p>
            <a:pPr lvl="1"/>
            <a:r>
              <a:rPr lang="en-US" sz="2400" dirty="0"/>
              <a:t>major version is enough</a:t>
            </a:r>
          </a:p>
          <a:p>
            <a:r>
              <a:rPr lang="en-US" sz="2400" b="1" i="1" dirty="0"/>
              <a:t>_</a:t>
            </a:r>
            <a:r>
              <a:rPr lang="en-US" sz="2400" b="1" i="1" dirty="0" err="1"/>
              <a:t>TosVersion</a:t>
            </a:r>
            <a:r>
              <a:rPr lang="en-US" sz="2400" b="1" i="1" dirty="0"/>
              <a:t> (string)</a:t>
            </a:r>
          </a:p>
          <a:p>
            <a:pPr lvl="1"/>
            <a:r>
              <a:rPr lang="en-US" sz="2400" dirty="0"/>
              <a:t>major version is enough</a:t>
            </a:r>
          </a:p>
          <a:p>
            <a:r>
              <a:rPr lang="en-US" sz="2400" b="1" i="1" dirty="0"/>
              <a:t>_</a:t>
            </a:r>
            <a:r>
              <a:rPr lang="en-US" sz="2400" b="1" i="1" dirty="0" err="1"/>
              <a:t>AutoAlarms</a:t>
            </a:r>
            <a:r>
              <a:rPr lang="en-US" sz="2400" b="1" i="1" dirty="0"/>
              <a:t> (</a:t>
            </a:r>
            <a:r>
              <a:rPr lang="en-US" sz="2400" b="1" i="1" dirty="0" err="1"/>
              <a:t>boolean</a:t>
            </a:r>
            <a:r>
              <a:rPr lang="en-US" sz="2400" b="1" i="1" dirty="0"/>
              <a:t>)</a:t>
            </a:r>
          </a:p>
          <a:p>
            <a:pPr lvl="1"/>
            <a:r>
              <a:rPr lang="en-US" sz="2400" i="1" dirty="0"/>
              <a:t>true </a:t>
            </a:r>
            <a:r>
              <a:rPr lang="en-US" sz="2400" dirty="0"/>
              <a:t>if needed, per-instance alarm port</a:t>
            </a:r>
          </a:p>
          <a:p>
            <a:r>
              <a:rPr lang="en-US" sz="2400" b="1" i="1" dirty="0"/>
              <a:t>_</a:t>
            </a:r>
            <a:r>
              <a:rPr lang="en-US" sz="2400" b="1" i="1" dirty="0" err="1"/>
              <a:t>EoLSwitch</a:t>
            </a:r>
            <a:r>
              <a:rPr lang="en-US" sz="2400" b="1" i="1" dirty="0"/>
              <a:t> (</a:t>
            </a:r>
            <a:r>
              <a:rPr lang="en-US" sz="2400" b="1" i="1" dirty="0" err="1"/>
              <a:t>boolean</a:t>
            </a:r>
            <a:r>
              <a:rPr lang="en-US" sz="2400" b="1" i="1" dirty="0"/>
              <a:t>)</a:t>
            </a:r>
          </a:p>
          <a:p>
            <a:pPr lvl="1"/>
            <a:r>
              <a:rPr lang="en-US" sz="2400" i="1" dirty="0"/>
              <a:t>true</a:t>
            </a:r>
            <a:r>
              <a:rPr lang="en-US" sz="2400" dirty="0"/>
              <a:t> if needed, usage of @EOL-REMOVE</a:t>
            </a:r>
          </a:p>
          <a:p>
            <a:r>
              <a:rPr lang="en-US" sz="2400" b="1" i="1" dirty="0"/>
              <a:t>_</a:t>
            </a:r>
            <a:r>
              <a:rPr lang="en-US" sz="2400" b="1" i="1" dirty="0" err="1"/>
              <a:t>ModularBindef</a:t>
            </a:r>
            <a:r>
              <a:rPr lang="en-US" sz="2400" b="1" i="1" dirty="0"/>
              <a:t>  (</a:t>
            </a:r>
            <a:r>
              <a:rPr lang="en-US" sz="2400" b="1" i="1" dirty="0" err="1"/>
              <a:t>boolean</a:t>
            </a:r>
            <a:r>
              <a:rPr lang="en-US" sz="2400" b="1" i="1" dirty="0"/>
              <a:t>)</a:t>
            </a:r>
          </a:p>
          <a:p>
            <a:pPr lvl="1"/>
            <a:r>
              <a:rPr lang="en-US" sz="2400" i="1" dirty="0"/>
              <a:t>true </a:t>
            </a:r>
            <a:r>
              <a:rPr lang="en-US" sz="2400" dirty="0"/>
              <a:t>if needed, _</a:t>
            </a:r>
            <a:r>
              <a:rPr lang="en-US" sz="2400" dirty="0" err="1"/>
              <a:t>TosVersion</a:t>
            </a:r>
            <a:r>
              <a:rPr lang="en-US" sz="2400" dirty="0"/>
              <a:t> is required.</a:t>
            </a:r>
          </a:p>
          <a:p>
            <a:r>
              <a:rPr lang="en-US" sz="2400" b="1" i="1" dirty="0"/>
              <a:t>_</a:t>
            </a:r>
            <a:r>
              <a:rPr lang="en-US" sz="2400" b="1" i="1" dirty="0" err="1"/>
              <a:t>ModularEnv</a:t>
            </a:r>
            <a:r>
              <a:rPr lang="en-US" sz="2400" b="1" i="1" dirty="0"/>
              <a:t> (</a:t>
            </a:r>
            <a:r>
              <a:rPr lang="en-US" sz="2400" b="1" i="1" dirty="0" err="1"/>
              <a:t>boolean</a:t>
            </a:r>
            <a:r>
              <a:rPr lang="en-US" sz="2400" b="1" i="1" dirty="0"/>
              <a:t>)</a:t>
            </a:r>
          </a:p>
          <a:p>
            <a:pPr lvl="1"/>
            <a:r>
              <a:rPr lang="en-US" sz="2400" i="1" dirty="0"/>
              <a:t>true</a:t>
            </a:r>
            <a:r>
              <a:rPr lang="en-US" sz="2400" dirty="0"/>
              <a:t> if needed, _</a:t>
            </a:r>
            <a:r>
              <a:rPr lang="en-US" sz="2400" dirty="0" err="1"/>
              <a:t>Idrive</a:t>
            </a:r>
            <a:r>
              <a:rPr lang="en-US" sz="2400" dirty="0"/>
              <a:t> and _</a:t>
            </a:r>
            <a:r>
              <a:rPr lang="en-US" sz="2400" dirty="0" err="1"/>
              <a:t>SubmoduleFolder</a:t>
            </a:r>
            <a:r>
              <a:rPr lang="en-US" sz="2400"/>
              <a:t> are </a:t>
            </a:r>
            <a:r>
              <a:rPr lang="en-US" sz="2400" dirty="0"/>
              <a:t>required.</a:t>
            </a:r>
          </a:p>
          <a:p>
            <a:r>
              <a:rPr lang="en-US" sz="2400" b="1" i="1" dirty="0"/>
              <a:t>_</a:t>
            </a:r>
            <a:r>
              <a:rPr lang="en-US" sz="2400" b="1" i="1" dirty="0" err="1"/>
              <a:t>Idrive</a:t>
            </a:r>
            <a:r>
              <a:rPr lang="en-US" sz="2400" b="1" i="1" dirty="0"/>
              <a:t> (string)</a:t>
            </a:r>
          </a:p>
          <a:p>
            <a:pPr lvl="1"/>
            <a:r>
              <a:rPr lang="en-US" sz="2400" dirty="0" err="1"/>
              <a:t>netapp</a:t>
            </a:r>
            <a:r>
              <a:rPr lang="en-US" sz="2400" dirty="0"/>
              <a:t> mapping to pattern patch I:, only needed when using Modular Env.</a:t>
            </a:r>
          </a:p>
          <a:p>
            <a:r>
              <a:rPr lang="en-US" sz="2400" i="1" dirty="0"/>
              <a:t>_</a:t>
            </a:r>
            <a:r>
              <a:rPr lang="en-US" sz="2400" i="1" dirty="0" err="1"/>
              <a:t>SubmoduleFolder</a:t>
            </a:r>
            <a:r>
              <a:rPr lang="en-US" sz="2400" i="1" dirty="0"/>
              <a:t> (string)</a:t>
            </a:r>
          </a:p>
          <a:p>
            <a:pPr lvl="1"/>
            <a:r>
              <a:rPr lang="en-US" sz="2400" dirty="0"/>
              <a:t>name of folder in TP/Modules folder, if using submodule in TP; only needed when using Modular Env.</a:t>
            </a:r>
          </a:p>
          <a:p>
            <a:pPr lvl="1"/>
            <a:endParaRPr lang="en-US" sz="2600" dirty="0"/>
          </a:p>
          <a:p>
            <a:pPr lvl="1"/>
            <a:endParaRPr lang="en-US" sz="24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4946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9415E9-CD5F-19D5-6907-CE8036D0E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/>
              <a:t>There is a quickstart.bat file in the script repo that can set these files up for you.</a:t>
            </a:r>
          </a:p>
          <a:p>
            <a:r>
              <a:rPr lang="en-US" sz="2600" dirty="0"/>
              <a:t>Inside the .source folder:</a:t>
            </a:r>
          </a:p>
          <a:p>
            <a:pPr lvl="1"/>
            <a:r>
              <a:rPr lang="en-US" sz="2400" dirty="0"/>
              <a:t>local copy of torch extinguisher</a:t>
            </a:r>
          </a:p>
          <a:p>
            <a:pPr lvl="1"/>
            <a:r>
              <a:rPr lang="en-US" sz="2400" dirty="0"/>
              <a:t>Module folder (named to match </a:t>
            </a:r>
            <a:r>
              <a:rPr lang="en-US" sz="2400" dirty="0" err="1"/>
              <a:t>TestPlan</a:t>
            </a:r>
            <a:r>
              <a:rPr lang="en-US" sz="2400" dirty="0"/>
              <a:t> name – “true” module name)</a:t>
            </a:r>
          </a:p>
          <a:p>
            <a:pPr lvl="1"/>
            <a:r>
              <a:rPr lang="en-US" sz="2400" dirty="0" err="1"/>
              <a:t>InputFiles</a:t>
            </a:r>
            <a:r>
              <a:rPr lang="en-US" sz="2400" dirty="0"/>
              <a:t> folder with all files for all modules.</a:t>
            </a:r>
          </a:p>
          <a:p>
            <a:pPr lvl="1"/>
            <a:r>
              <a:rPr lang="en-US" sz="2400" dirty="0" err="1"/>
              <a:t>AlephFiles</a:t>
            </a:r>
            <a:r>
              <a:rPr lang="en-US" sz="2400" dirty="0"/>
              <a:t> folder with all files for all modules.</a:t>
            </a:r>
          </a:p>
          <a:p>
            <a:pPr lvl="1"/>
            <a:r>
              <a:rPr lang="en-US" sz="2400" dirty="0"/>
              <a:t>Compile.bat script to generate OUTPUT folders.</a:t>
            </a:r>
          </a:p>
          <a:p>
            <a:pPr lvl="1"/>
            <a:r>
              <a:rPr lang="en-US" sz="2400" dirty="0"/>
              <a:t>Mod 4 / 11 collateral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FD76E4-7BEC-439F-993E-3437BCBC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Directory Setup – .source folder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319DEE-215B-7567-14DD-67EAD31651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33509" y="1778335"/>
            <a:ext cx="2664823" cy="3789285"/>
          </a:xfrm>
        </p:spPr>
      </p:pic>
    </p:spTree>
    <p:extLst>
      <p:ext uri="{BB962C8B-B14F-4D97-AF65-F5344CB8AC3E}">
        <p14:creationId xmlns:p14="http://schemas.microsoft.com/office/powerpoint/2010/main" val="61323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03B069D1-8D19-33CC-BE2E-196CE411F3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31145" y="1332016"/>
            <a:ext cx="2812855" cy="2621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1AA0C9-072C-7D35-62CE-232E0F0E8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771" y="4167684"/>
            <a:ext cx="5687219" cy="102318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`VAR` - </a:t>
            </a:r>
            <a:r>
              <a:rPr lang="en-US" sz="2800" b="1" dirty="0"/>
              <a:t>backtick not quote</a:t>
            </a:r>
          </a:p>
          <a:p>
            <a:r>
              <a:rPr lang="en-US" sz="2800" dirty="0"/>
              <a:t>Uses the “</a:t>
            </a:r>
            <a:r>
              <a:rPr lang="en-US" sz="2800" dirty="0" err="1"/>
              <a:t>config.json</a:t>
            </a:r>
            <a:r>
              <a:rPr lang="en-US" sz="2800" dirty="0"/>
              <a:t>” file in directory.</a:t>
            </a:r>
          </a:p>
          <a:p>
            <a:r>
              <a:rPr lang="en-US" sz="2800" dirty="0"/>
              <a:t>For a chunk of text that needs to be variable, this will search/replace each instance.</a:t>
            </a:r>
          </a:p>
          <a:p>
            <a:r>
              <a:rPr lang="en-US" sz="2800" dirty="0"/>
              <a:t>Format is `VAR`, where VAR exists in </a:t>
            </a:r>
            <a:r>
              <a:rPr lang="en-US" sz="2800" dirty="0" err="1"/>
              <a:t>config.json</a:t>
            </a:r>
            <a:r>
              <a:rPr lang="en-US" sz="2800" dirty="0"/>
              <a:t> for every OUTPUT.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Modification #1a – Variable direct text replacement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0CE79F0-A75C-DFA1-143F-BE7E9E0E06C1}"/>
                  </a:ext>
                </a:extLst>
              </p14:cNvPr>
              <p14:cNvContentPartPr/>
              <p14:nvPr/>
            </p14:nvContentPartPr>
            <p14:xfrm>
              <a:off x="6797522" y="1744764"/>
              <a:ext cx="966240" cy="1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0CE79F0-A75C-DFA1-143F-BE7E9E0E06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79522" y="1726764"/>
                <a:ext cx="10018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ED6C90F-4D78-34F7-86B9-D59DEFEE223B}"/>
                  </a:ext>
                </a:extLst>
              </p14:cNvPr>
              <p14:cNvContentPartPr/>
              <p14:nvPr/>
            </p14:nvContentPartPr>
            <p14:xfrm>
              <a:off x="7155002" y="3552684"/>
              <a:ext cx="1523160" cy="11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ED6C90F-4D78-34F7-86B9-D59DEFEE22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37002" y="3535044"/>
                <a:ext cx="15588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3C935D2-E63B-9AE0-6D3D-FB6B819F9F77}"/>
                  </a:ext>
                </a:extLst>
              </p14:cNvPr>
              <p14:cNvContentPartPr/>
              <p14:nvPr/>
            </p14:nvContentPartPr>
            <p14:xfrm>
              <a:off x="7070762" y="2627844"/>
              <a:ext cx="1134360" cy="55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3C935D2-E63B-9AE0-6D3D-FB6B819F9F7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53122" y="2609844"/>
                <a:ext cx="11700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74AB11A-BBAC-AEA5-292A-AE68696BADA3}"/>
                  </a:ext>
                </a:extLst>
              </p14:cNvPr>
              <p14:cNvContentPartPr/>
              <p14:nvPr/>
            </p14:nvContentPartPr>
            <p14:xfrm>
              <a:off x="8163722" y="2637924"/>
              <a:ext cx="766440" cy="21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74AB11A-BBAC-AEA5-292A-AE68696BAD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46082" y="2619924"/>
                <a:ext cx="802080" cy="57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9094104-7326-2AE8-24B9-BF25E2FAD2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56033" y="5451935"/>
            <a:ext cx="7582958" cy="7906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85C233-1126-E4D0-FD76-CBBB7753113C}"/>
                  </a:ext>
                </a:extLst>
              </p14:cNvPr>
              <p14:cNvContentPartPr/>
              <p14:nvPr/>
            </p14:nvContentPartPr>
            <p14:xfrm>
              <a:off x="8089989" y="4972887"/>
              <a:ext cx="17589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85C233-1126-E4D0-FD76-CBBB7753113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072349" y="4954887"/>
                <a:ext cx="1794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BB5A988-4CDE-B57F-129A-37307B698F59}"/>
                  </a:ext>
                </a:extLst>
              </p14:cNvPr>
              <p14:cNvContentPartPr/>
              <p14:nvPr/>
            </p14:nvContentPartPr>
            <p14:xfrm>
              <a:off x="7785153" y="4790109"/>
              <a:ext cx="120420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BB5A988-4CDE-B57F-129A-37307B698F5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67513" y="4772109"/>
                <a:ext cx="1239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0B32A02-E860-2CB4-4B0E-089B5A36FB36}"/>
                  </a:ext>
                </a:extLst>
              </p14:cNvPr>
              <p14:cNvContentPartPr/>
              <p14:nvPr/>
            </p14:nvContentPartPr>
            <p14:xfrm>
              <a:off x="9352902" y="4406925"/>
              <a:ext cx="513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0B32A02-E860-2CB4-4B0E-089B5A36FB3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334902" y="4388925"/>
                <a:ext cx="549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88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95AAFCE-70E9-D7D3-20A9-7BCA449741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42745" y="2020388"/>
            <a:ext cx="6450143" cy="318733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@REPLACE-&lt;SEARCH&gt;-&lt;REPLACE&gt;</a:t>
            </a:r>
          </a:p>
          <a:p>
            <a:r>
              <a:rPr lang="en-US" sz="2800" dirty="0"/>
              <a:t>An additional layer of text replacement, but takes place after Modification 1a.</a:t>
            </a:r>
          </a:p>
          <a:p>
            <a:r>
              <a:rPr lang="en-US" sz="2800" dirty="0"/>
              <a:t>Likely only needed in corner cases, makes layering of additional search/replace easier.</a:t>
            </a:r>
          </a:p>
          <a:p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#1b – Param text replacement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13C9330-3A99-4A6D-0B06-3E99A9EE05AB}"/>
                  </a:ext>
                </a:extLst>
              </p14:cNvPr>
              <p14:cNvContentPartPr/>
              <p14:nvPr/>
            </p14:nvContentPartPr>
            <p14:xfrm>
              <a:off x="10704868" y="2634663"/>
              <a:ext cx="860760" cy="10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13C9330-3A99-4A6D-0B06-3E99A9EE05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6868" y="2616663"/>
                <a:ext cx="896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A9CCB75-EA5E-EB6B-23D3-56091FBBFAE2}"/>
                  </a:ext>
                </a:extLst>
              </p14:cNvPr>
              <p14:cNvContentPartPr/>
              <p14:nvPr/>
            </p14:nvContentPartPr>
            <p14:xfrm>
              <a:off x="6809551" y="2490939"/>
              <a:ext cx="871560" cy="10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A9CCB75-EA5E-EB6B-23D3-56091FBBFA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91558" y="2473520"/>
                <a:ext cx="907185" cy="45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AE90974-0B23-CA54-732A-BECEEB147967}"/>
                  </a:ext>
                </a:extLst>
              </p14:cNvPr>
              <p14:cNvContentPartPr/>
              <p14:nvPr/>
            </p14:nvContentPartPr>
            <p14:xfrm>
              <a:off x="6729133" y="3686928"/>
              <a:ext cx="240840" cy="11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AE90974-0B23-CA54-732A-BECEEB1479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11133" y="3668928"/>
                <a:ext cx="2764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26FA8F5-8C26-5D2B-3CBA-261C900841D8}"/>
                  </a:ext>
                </a:extLst>
              </p14:cNvPr>
              <p14:cNvContentPartPr/>
              <p14:nvPr/>
            </p14:nvContentPartPr>
            <p14:xfrm>
              <a:off x="7175496" y="2638509"/>
              <a:ext cx="1115064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26FA8F5-8C26-5D2B-3CBA-261C900841D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57482" y="2620509"/>
                <a:ext cx="1150732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CCCDECD-B8C1-60D0-4991-D8D2D8A77739}"/>
                  </a:ext>
                </a:extLst>
              </p14:cNvPr>
              <p14:cNvContentPartPr/>
              <p14:nvPr/>
            </p14:nvContentPartPr>
            <p14:xfrm>
              <a:off x="7123656" y="3840189"/>
              <a:ext cx="739800" cy="100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CCCDECD-B8C1-60D0-4991-D8D2D8A777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05656" y="3822189"/>
                <a:ext cx="775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0F6ABB6-9552-18E8-966E-C5214D064313}"/>
                  </a:ext>
                </a:extLst>
              </p14:cNvPr>
              <p14:cNvContentPartPr/>
              <p14:nvPr/>
            </p14:nvContentPartPr>
            <p14:xfrm>
              <a:off x="7080027" y="5058996"/>
              <a:ext cx="826560" cy="29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0F6ABB6-9552-18E8-966E-C5214D06431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62027" y="5041216"/>
                <a:ext cx="862200" cy="64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CADAA77-7252-56FC-592D-9B03EC36C291}"/>
                  </a:ext>
                </a:extLst>
              </p14:cNvPr>
              <p14:cNvContentPartPr/>
              <p14:nvPr/>
            </p14:nvContentPartPr>
            <p14:xfrm>
              <a:off x="9544311" y="3857469"/>
              <a:ext cx="1157760" cy="9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CADAA77-7252-56FC-592D-9B03EC36C29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26311" y="3839469"/>
                <a:ext cx="11934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32CE1B0-AE9F-961C-26DB-AA772252E1C1}"/>
                  </a:ext>
                </a:extLst>
              </p14:cNvPr>
              <p14:cNvContentPartPr/>
              <p14:nvPr/>
            </p14:nvContentPartPr>
            <p14:xfrm>
              <a:off x="6731271" y="4902105"/>
              <a:ext cx="234720" cy="9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32CE1B0-AE9F-961C-26DB-AA772252E1C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13271" y="4884105"/>
                <a:ext cx="2703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C91778A-3FFC-3279-7E2F-EF6DA73EA36C}"/>
                  </a:ext>
                </a:extLst>
              </p14:cNvPr>
              <p14:cNvContentPartPr/>
              <p14:nvPr/>
            </p14:nvContentPartPr>
            <p14:xfrm>
              <a:off x="7828394" y="3944589"/>
              <a:ext cx="290661" cy="8805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C91778A-3FFC-3279-7E2F-EF6DA73EA36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10408" y="3926589"/>
                <a:ext cx="326274" cy="91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299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@DUPLICATE-&lt;new </a:t>
            </a:r>
            <a:r>
              <a:rPr lang="en-US" sz="2400" dirty="0" err="1"/>
              <a:t>subflow</a:t>
            </a:r>
            <a:r>
              <a:rPr lang="en-US" sz="2400" dirty="0"/>
              <a:t>&gt;</a:t>
            </a:r>
            <a:endParaRPr lang="en-US" sz="2800" dirty="0"/>
          </a:p>
          <a:p>
            <a:r>
              <a:rPr lang="en-US" sz="2800" dirty="0"/>
              <a:t>Targeting an individual TEST only, will create a copy with a different </a:t>
            </a:r>
            <a:r>
              <a:rPr lang="en-US" sz="2800" dirty="0" err="1"/>
              <a:t>subflow</a:t>
            </a:r>
            <a:r>
              <a:rPr lang="en-US" sz="2800" dirty="0"/>
              <a:t> name.</a:t>
            </a:r>
          </a:p>
          <a:p>
            <a:r>
              <a:rPr lang="en-US" sz="2800" dirty="0"/>
              <a:t>Primary usage for duplicating to </a:t>
            </a:r>
            <a:r>
              <a:rPr lang="en-US" sz="2800" dirty="0" err="1"/>
              <a:t>failflow</a:t>
            </a:r>
            <a:r>
              <a:rPr lang="en-US" sz="2800" dirty="0"/>
              <a:t>, or between BEGIN/END/etc.</a:t>
            </a:r>
          </a:p>
          <a:p>
            <a:r>
              <a:rPr lang="en-US" sz="2800" dirty="0"/>
              <a:t>Today no way to modify params, only </a:t>
            </a:r>
            <a:r>
              <a:rPr lang="en-US" sz="2800" dirty="0" err="1"/>
              <a:t>subflow</a:t>
            </a:r>
            <a:r>
              <a:rPr lang="en-US" sz="2800" dirty="0"/>
              <a:t> name.</a:t>
            </a:r>
          </a:p>
          <a:p>
            <a:endParaRPr lang="en-US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B51FDB-1453-D2AA-4E02-ABE3F94AA8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5639" y="1796768"/>
            <a:ext cx="5344271" cy="403916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#2 – Duplicate Test</a:t>
            </a:r>
          </a:p>
        </p:txBody>
      </p:sp>
    </p:spTree>
    <p:extLst>
      <p:ext uri="{BB962C8B-B14F-4D97-AF65-F5344CB8AC3E}">
        <p14:creationId xmlns:p14="http://schemas.microsoft.com/office/powerpoint/2010/main" val="94880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@LINKED-&lt;OLD SUBFLOW&gt;-&lt;NEW SUBFLOW&gt;</a:t>
            </a:r>
            <a:endParaRPr lang="en-US" sz="2800" dirty="0"/>
          </a:p>
          <a:p>
            <a:r>
              <a:rPr lang="en-US" sz="2800" dirty="0"/>
              <a:t>Targeting composites only, create a copy with a different </a:t>
            </a:r>
            <a:r>
              <a:rPr lang="en-US" sz="2800" dirty="0" err="1"/>
              <a:t>subflow</a:t>
            </a:r>
            <a:r>
              <a:rPr lang="en-US" sz="2800" dirty="0"/>
              <a:t> name.</a:t>
            </a:r>
          </a:p>
          <a:p>
            <a:r>
              <a:rPr lang="en-US" sz="2800" dirty="0"/>
              <a:t>Primary usage for duplicating to </a:t>
            </a:r>
            <a:r>
              <a:rPr lang="en-US" sz="2800" dirty="0" err="1"/>
              <a:t>failflow</a:t>
            </a:r>
            <a:r>
              <a:rPr lang="en-US" sz="2800" dirty="0"/>
              <a:t>, or between BEGIN/END/etc.</a:t>
            </a:r>
          </a:p>
          <a:p>
            <a:r>
              <a:rPr lang="en-US" sz="2800" dirty="0"/>
              <a:t>Today no way to modify bin, counters, or kills - only </a:t>
            </a:r>
            <a:r>
              <a:rPr lang="en-US" sz="2800" dirty="0" err="1"/>
              <a:t>subflow</a:t>
            </a:r>
            <a:r>
              <a:rPr lang="en-US" sz="2800" dirty="0"/>
              <a:t> name.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3B3B84-FE22-8237-8FEA-34301A7F0B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6587" y="1801532"/>
            <a:ext cx="5382376" cy="402963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#3 – Linked Flow</a:t>
            </a:r>
          </a:p>
        </p:txBody>
      </p:sp>
    </p:spTree>
    <p:extLst>
      <p:ext uri="{BB962C8B-B14F-4D97-AF65-F5344CB8AC3E}">
        <p14:creationId xmlns:p14="http://schemas.microsoft.com/office/powerpoint/2010/main" val="261976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Leverage the CSV and cache in the /.source/ folder.</a:t>
            </a:r>
          </a:p>
          <a:p>
            <a:r>
              <a:rPr lang="en-US" sz="2800" dirty="0"/>
              <a:t>Enforces the following:</a:t>
            </a:r>
          </a:p>
          <a:p>
            <a:pPr lvl="1"/>
            <a:r>
              <a:rPr lang="en-US" sz="2600" dirty="0"/>
              <a:t>All TESTS are defined (for every OUTPUT)</a:t>
            </a:r>
          </a:p>
          <a:p>
            <a:r>
              <a:rPr lang="en-US" sz="2800" dirty="0"/>
              <a:t>Can use _</a:t>
            </a:r>
            <a:r>
              <a:rPr lang="en-US" sz="2800" dirty="0" err="1"/>
              <a:t>AutoAlarms</a:t>
            </a:r>
            <a:r>
              <a:rPr lang="en-US" sz="2800" dirty="0"/>
              <a:t> for automated “per-port” alarm </a:t>
            </a:r>
            <a:r>
              <a:rPr lang="en-US" sz="2800" dirty="0" err="1"/>
              <a:t>bincounters</a:t>
            </a:r>
            <a:r>
              <a:rPr lang="en-US" sz="2800" dirty="0"/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9766D8-E564-AC01-B956-BC3EAAEC12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487056"/>
            <a:ext cx="5429250" cy="178397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#4 – Bin / Counter Automation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82DD92-6B33-4040-6E37-7C3C56481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225" y="3391718"/>
            <a:ext cx="4710799" cy="305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56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11ECA-9DCA-32D3-58A3-B5DE0DAD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34649F-9DE4-AFF9-DE87-B75F7D4A04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FYI for </a:t>
            </a:r>
            <a:r>
              <a:rPr lang="en-US" sz="2800" dirty="0" err="1"/>
              <a:t>Bincounter</a:t>
            </a:r>
            <a:r>
              <a:rPr lang="en-US" sz="2800" dirty="0"/>
              <a:t> CSV:</a:t>
            </a:r>
          </a:p>
          <a:p>
            <a:r>
              <a:rPr lang="en-US" sz="2800" dirty="0"/>
              <a:t>Module, Instance, Port will auto-populate upon detection from MTPL. </a:t>
            </a:r>
            <a:r>
              <a:rPr lang="en-US" sz="2800" dirty="0" err="1"/>
              <a:t>Hardbin</a:t>
            </a:r>
            <a:r>
              <a:rPr lang="en-US" sz="2800" dirty="0"/>
              <a:t> and </a:t>
            </a:r>
            <a:r>
              <a:rPr lang="en-US" sz="2800" dirty="0" err="1"/>
              <a:t>Softbin</a:t>
            </a:r>
            <a:r>
              <a:rPr lang="en-US" sz="2800" dirty="0"/>
              <a:t> are required.</a:t>
            </a:r>
          </a:p>
          <a:p>
            <a:r>
              <a:rPr lang="en-US" sz="2800" dirty="0"/>
              <a:t>Counter can be an exact number, “auto” to generate any counter between 0-9999, or a range M:N.</a:t>
            </a:r>
          </a:p>
          <a:p>
            <a:r>
              <a:rPr lang="en-US" sz="2800" dirty="0"/>
              <a:t>Range will act as “auto”, but enforce generation within M to N range.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867464-7C69-3B13-6174-06AB103F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#4 – Bin / Counter Automation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48C31D-C145-A5D3-EC55-395DF8EC81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Auto is best used in cases where </a:t>
            </a:r>
            <a:r>
              <a:rPr lang="en-US" dirty="0" err="1"/>
              <a:t>hardbin</a:t>
            </a:r>
            <a:r>
              <a:rPr lang="en-US" dirty="0"/>
              <a:t> + </a:t>
            </a:r>
            <a:r>
              <a:rPr lang="en-US" dirty="0" err="1"/>
              <a:t>softbin</a:t>
            </a:r>
            <a:r>
              <a:rPr lang="en-US" dirty="0"/>
              <a:t> are not shared with any other team.</a:t>
            </a:r>
          </a:p>
          <a:p>
            <a:r>
              <a:rPr lang="en-US" dirty="0"/>
              <a:t>Range is best used in cases where </a:t>
            </a:r>
            <a:r>
              <a:rPr lang="en-US" dirty="0" err="1"/>
              <a:t>hardbin</a:t>
            </a:r>
            <a:r>
              <a:rPr lang="en-US" dirty="0"/>
              <a:t> + </a:t>
            </a:r>
            <a:r>
              <a:rPr lang="en-US" dirty="0" err="1"/>
              <a:t>softbin</a:t>
            </a:r>
            <a:r>
              <a:rPr lang="en-US" dirty="0"/>
              <a:t> is shared with another team.</a:t>
            </a:r>
          </a:p>
          <a:p>
            <a:r>
              <a:rPr lang="en-US" dirty="0"/>
              <a:t>Leading zeroes are not required.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C75A83-90A4-9485-B85D-0457B4C32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27" y="3853269"/>
            <a:ext cx="4376847" cy="138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4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Additional Notes: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Script will take care that OUTPUT is formatted to match binning standard.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Description can be used to override the default (Module::</a:t>
            </a:r>
            <a:r>
              <a:rPr lang="en-US" sz="2800" dirty="0" err="1"/>
              <a:t>Instance_Port</a:t>
            </a:r>
            <a:r>
              <a:rPr lang="en-US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Pre-existing counters to be avoided can be added to .cache file manually.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#4 – Bin / Counter Automation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6012CB-5940-A243-6314-5F8721197B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800" dirty="0"/>
              <a:t>Additional Notes: 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sz="2800" dirty="0"/>
              <a:t>When a test is detected that doesn’t contain bin/counter info, the script will error and ask for this information.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sz="2800" dirty="0"/>
              <a:t>Each unique OUTPUT instance name requires unique value. BEGIN and SDTBEGIN need diff </a:t>
            </a:r>
            <a:r>
              <a:rPr lang="en-US" sz="2800" dirty="0" err="1"/>
              <a:t>vals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 startAt="4"/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01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Four tags can be leveraged on the FLOW line; </a:t>
            </a:r>
          </a:p>
          <a:p>
            <a:pPr lvl="1"/>
            <a:r>
              <a:rPr lang="en-US" sz="2600" dirty="0"/>
              <a:t>@EDC</a:t>
            </a:r>
          </a:p>
          <a:p>
            <a:pPr lvl="1"/>
            <a:r>
              <a:rPr lang="en-US" sz="2600" dirty="0"/>
              <a:t>@KILL</a:t>
            </a:r>
          </a:p>
          <a:p>
            <a:pPr lvl="1"/>
            <a:r>
              <a:rPr lang="en-US" sz="2600" dirty="0"/>
              <a:t>@EDCRULE</a:t>
            </a:r>
          </a:p>
          <a:p>
            <a:pPr lvl="1"/>
            <a:r>
              <a:rPr lang="en-US" sz="2600" dirty="0"/>
              <a:t>@KILLRULE.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@EDC </a:t>
            </a:r>
            <a:r>
              <a:rPr lang="en-US" sz="2800" dirty="0"/>
              <a:t>is a torch-supported tag, will visually be represented in VS &amp; TRACE. This option enforces no bins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@KILL </a:t>
            </a:r>
            <a:r>
              <a:rPr lang="en-US" sz="2800" dirty="0"/>
              <a:t>will only enforce bins, and is not required but recommended.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F54A9A-3684-1D06-09BE-93E125A832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0029" y="1487488"/>
            <a:ext cx="4615491" cy="465772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#5 – Kill/EDC Rules</a:t>
            </a:r>
          </a:p>
        </p:txBody>
      </p:sp>
    </p:spTree>
    <p:extLst>
      <p:ext uri="{BB962C8B-B14F-4D97-AF65-F5344CB8AC3E}">
        <p14:creationId xmlns:p14="http://schemas.microsoft.com/office/powerpoint/2010/main" val="155925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@EDCRULE </a:t>
            </a:r>
            <a:r>
              <a:rPr lang="en-US" sz="2800" dirty="0"/>
              <a:t>will force the instance into EDC and will “snap” all non-alarm fail ports to the port 1 routing.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@KILLRULE </a:t>
            </a:r>
            <a:r>
              <a:rPr lang="en-US" sz="2800" dirty="0"/>
              <a:t>will enforce bins and enforce </a:t>
            </a:r>
            <a:r>
              <a:rPr lang="en-US" sz="2800" dirty="0" err="1"/>
              <a:t>forceflow</a:t>
            </a:r>
            <a:r>
              <a:rPr lang="en-US" sz="2800" dirty="0"/>
              <a:t> / stop-on-fail flow routing.</a:t>
            </a:r>
          </a:p>
          <a:p>
            <a:r>
              <a:rPr lang="en-US" sz="2800" dirty="0"/>
              <a:t>Please initially connect </a:t>
            </a:r>
            <a:r>
              <a:rPr lang="en-US" sz="2800" dirty="0" err="1"/>
              <a:t>failports</a:t>
            </a:r>
            <a:r>
              <a:rPr lang="en-US" sz="2800" dirty="0"/>
              <a:t> to the “stop-on-fail” option (typically Return 0) if you wish to use these options.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F54A9A-3684-1D06-09BE-93E125A832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0029" y="1487488"/>
            <a:ext cx="4615491" cy="465772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#5 – Kill/EDC Rules</a:t>
            </a:r>
          </a:p>
        </p:txBody>
      </p:sp>
    </p:spTree>
    <p:extLst>
      <p:ext uri="{BB962C8B-B14F-4D97-AF65-F5344CB8AC3E}">
        <p14:creationId xmlns:p14="http://schemas.microsoft.com/office/powerpoint/2010/main" val="396257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@EOL-REMOVE can be added to both TEST and FLOW items. </a:t>
            </a:r>
          </a:p>
          <a:p>
            <a:r>
              <a:rPr lang="en-US" sz="2800" dirty="0"/>
              <a:t>This tag will delete the entity for given OUTPUT.</a:t>
            </a:r>
          </a:p>
          <a:p>
            <a:r>
              <a:rPr lang="en-US" sz="2800" dirty="0"/>
              <a:t>FLOW removal will attempt to re-route deleted items, based on removed tests’ connection</a:t>
            </a:r>
          </a:p>
          <a:p>
            <a:r>
              <a:rPr lang="en-US" sz="2800" dirty="0"/>
              <a:t>“_</a:t>
            </a:r>
            <a:r>
              <a:rPr lang="en-US" sz="2800" dirty="0" err="1"/>
              <a:t>EoLSwitch</a:t>
            </a:r>
            <a:r>
              <a:rPr lang="en-US" sz="2800" dirty="0"/>
              <a:t>” key must be true in </a:t>
            </a:r>
            <a:r>
              <a:rPr lang="en-US" sz="2800" dirty="0" err="1"/>
              <a:t>config.json</a:t>
            </a:r>
            <a:r>
              <a:rPr lang="en-US" sz="2800" dirty="0"/>
              <a:t>, configurable per OUTPUT.</a:t>
            </a:r>
          </a:p>
          <a:p>
            <a:endParaRPr lang="en-US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7F45EC-E2D6-5ACE-FDCB-762439FA16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53150" y="1758905"/>
            <a:ext cx="5429250" cy="411489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#6 – </a:t>
            </a:r>
            <a:r>
              <a:rPr lang="en-US" sz="4000" dirty="0" err="1"/>
              <a:t>EoL</a:t>
            </a:r>
            <a:r>
              <a:rPr lang="en-US" sz="4000" dirty="0"/>
              <a:t> Test/Flow Removal</a:t>
            </a:r>
          </a:p>
        </p:txBody>
      </p:sp>
    </p:spTree>
    <p:extLst>
      <p:ext uri="{BB962C8B-B14F-4D97-AF65-F5344CB8AC3E}">
        <p14:creationId xmlns:p14="http://schemas.microsoft.com/office/powerpoint/2010/main" val="135236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&lt;</a:t>
            </a:r>
            <a:r>
              <a:rPr lang="en-US" sz="2800" dirty="0" err="1"/>
              <a:t>ModuleName</a:t>
            </a:r>
            <a:r>
              <a:rPr lang="en-US" sz="2800" dirty="0"/>
              <a:t>&gt;.</a:t>
            </a:r>
            <a:r>
              <a:rPr lang="en-US" sz="2800" dirty="0" err="1"/>
              <a:t>input.flw</a:t>
            </a:r>
            <a:r>
              <a:rPr lang="en-US" sz="2800" dirty="0"/>
              <a:t> and </a:t>
            </a:r>
            <a:r>
              <a:rPr lang="en-US" sz="2800" dirty="0" err="1"/>
              <a:t>module.input.mconfig</a:t>
            </a:r>
            <a:r>
              <a:rPr lang="en-US" sz="2800" dirty="0"/>
              <a:t> should be defined in Module folder.</a:t>
            </a:r>
          </a:p>
          <a:p>
            <a:r>
              <a:rPr lang="en-US" sz="2800" dirty="0"/>
              <a:t>These two files are treated specially; they support both Mod1a and Mod6. </a:t>
            </a:r>
          </a:p>
          <a:p>
            <a:r>
              <a:rPr lang="en-US" sz="2800" dirty="0"/>
              <a:t>FLW will auto-remove </a:t>
            </a:r>
            <a:br>
              <a:rPr lang="en-US" sz="2800" dirty="0"/>
            </a:br>
            <a:r>
              <a:rPr lang="en-US" sz="2800" dirty="0"/>
              <a:t>@ </a:t>
            </a:r>
            <a:r>
              <a:rPr lang="en-US" sz="2800" dirty="0" err="1"/>
              <a:t>EoLRemove</a:t>
            </a:r>
            <a:r>
              <a:rPr lang="en-US" sz="2800" dirty="0"/>
              <a:t> items from the MTPL but can support additional items as well.</a:t>
            </a:r>
          </a:p>
          <a:p>
            <a:r>
              <a:rPr lang="en-US" sz="2800" dirty="0"/>
              <a:t>For </a:t>
            </a:r>
            <a:r>
              <a:rPr lang="en-US" sz="2800" dirty="0" err="1"/>
              <a:t>mconfig</a:t>
            </a:r>
            <a:r>
              <a:rPr lang="en-US" sz="2800" dirty="0"/>
              <a:t>, @EoLRemove will delete an entire line. Intention is to remove an entire (</a:t>
            </a:r>
            <a:r>
              <a:rPr lang="en-US" sz="2800" dirty="0" err="1"/>
              <a:t>testerdv</a:t>
            </a:r>
            <a:r>
              <a:rPr lang="en-US" sz="2800" dirty="0"/>
              <a:t>) </a:t>
            </a:r>
            <a:r>
              <a:rPr lang="en-US" sz="2800" dirty="0" err="1"/>
              <a:t>plist</a:t>
            </a:r>
            <a:r>
              <a:rPr lang="en-US" sz="2800" dirty="0"/>
              <a:t> file.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#7/8 – FLW and MCONFIG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AACF623-6A3D-A25C-7E2C-D74D5DD95F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39466" y="1955239"/>
            <a:ext cx="5944965" cy="1392778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EB33D-D95D-D870-EF15-2430D9A12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466" y="3816200"/>
            <a:ext cx="5944965" cy="1258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32193CF-2E0E-D2D2-CC96-A3E200143922}"/>
                  </a:ext>
                </a:extLst>
              </p14:cNvPr>
              <p14:cNvContentPartPr/>
              <p14:nvPr/>
            </p14:nvContentPartPr>
            <p14:xfrm>
              <a:off x="7568160" y="2374823"/>
              <a:ext cx="425772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32193CF-2E0E-D2D2-CC96-A3E2001439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0160" y="2357183"/>
                <a:ext cx="4293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6764D82-59AC-C520-7DAD-F7C09C4B7222}"/>
                  </a:ext>
                </a:extLst>
              </p14:cNvPr>
              <p14:cNvContentPartPr/>
              <p14:nvPr/>
            </p14:nvContentPartPr>
            <p14:xfrm>
              <a:off x="7989720" y="4248983"/>
              <a:ext cx="391248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6764D82-59AC-C520-7DAD-F7C09C4B72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71720" y="4231343"/>
                <a:ext cx="3948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325EA21-6976-0E56-7594-D9DE1EC55F02}"/>
                  </a:ext>
                </a:extLst>
              </p14:cNvPr>
              <p14:cNvContentPartPr/>
              <p14:nvPr/>
            </p14:nvContentPartPr>
            <p14:xfrm>
              <a:off x="7198440" y="4248983"/>
              <a:ext cx="66744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325EA21-6976-0E56-7594-D9DE1EC55F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80440" y="4231343"/>
                <a:ext cx="703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FED650A-3187-B65F-D517-494D8E7B361B}"/>
                  </a:ext>
                </a:extLst>
              </p14:cNvPr>
              <p14:cNvContentPartPr/>
              <p14:nvPr/>
            </p14:nvContentPartPr>
            <p14:xfrm>
              <a:off x="7133280" y="2783423"/>
              <a:ext cx="374724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FED650A-3187-B65F-D517-494D8E7B361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15640" y="2765423"/>
                <a:ext cx="37828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83AAE0C-4E0B-E3DD-A1DC-39798D923231}"/>
                  </a:ext>
                </a:extLst>
              </p14:cNvPr>
              <p14:cNvContentPartPr/>
              <p14:nvPr/>
            </p14:nvContentPartPr>
            <p14:xfrm>
              <a:off x="7127880" y="2361863"/>
              <a:ext cx="32364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83AAE0C-4E0B-E3DD-A1DC-39798D9232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10240" y="2344223"/>
                <a:ext cx="35928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254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If you add .input. to a file name inside the module directory, we will run Mod1a rules on that file.</a:t>
            </a:r>
          </a:p>
          <a:p>
            <a:r>
              <a:rPr lang="en-US" sz="2800" dirty="0"/>
              <a:t>Additionally the naming of that file in OUTPUT will follow the format: &lt;</a:t>
            </a:r>
            <a:r>
              <a:rPr lang="en-US" sz="2800" dirty="0" err="1"/>
              <a:t>MTPLName</a:t>
            </a:r>
            <a:r>
              <a:rPr lang="en-US" sz="2800" dirty="0"/>
              <a:t>&gt;.&lt;extension&gt;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#9 – Merged Collateral Files</a:t>
            </a:r>
          </a:p>
        </p:txBody>
      </p:sp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BE7627C8-E830-3239-BBC7-C0C0286687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81482" y="1896795"/>
            <a:ext cx="4372585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3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Non-input files in the module directory (</a:t>
            </a:r>
            <a:r>
              <a:rPr lang="en-US" sz="2800" dirty="0" err="1"/>
              <a:t>tcg</a:t>
            </a:r>
            <a:r>
              <a:rPr lang="en-US" sz="2800" dirty="0"/>
              <a:t>, </a:t>
            </a:r>
            <a:r>
              <a:rPr lang="en-US" sz="2800" dirty="0" err="1"/>
              <a:t>usrv</a:t>
            </a:r>
            <a:r>
              <a:rPr lang="en-US" sz="2800" dirty="0"/>
              <a:t>, </a:t>
            </a:r>
            <a:r>
              <a:rPr lang="en-US" sz="2800" dirty="0" err="1"/>
              <a:t>etc</a:t>
            </a:r>
            <a:r>
              <a:rPr lang="en-US" sz="2800" dirty="0"/>
              <a:t>) are copied to the OUTPUT. </a:t>
            </a:r>
          </a:p>
          <a:p>
            <a:r>
              <a:rPr lang="en-US" sz="2800" dirty="0"/>
              <a:t>If there is BOM or TCG in the file name, only the matching config is copied.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#10 – Copy related TP files</a:t>
            </a:r>
          </a:p>
        </p:txBody>
      </p:sp>
      <p:pic>
        <p:nvPicPr>
          <p:cNvPr id="15" name="Content Placeholder 11">
            <a:extLst>
              <a:ext uri="{FF2B5EF4-FFF2-40B4-BE49-F238E27FC236}">
                <a16:creationId xmlns:a16="http://schemas.microsoft.com/office/drawing/2014/main" id="{D34EF441-1B80-F599-70BC-BC29DE6CD8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48140" y="1887269"/>
            <a:ext cx="4439270" cy="3858163"/>
          </a:xfrm>
        </p:spPr>
      </p:pic>
    </p:spTree>
    <p:extLst>
      <p:ext uri="{BB962C8B-B14F-4D97-AF65-F5344CB8AC3E}">
        <p14:creationId xmlns:p14="http://schemas.microsoft.com/office/powerpoint/2010/main" val="309370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Input/Aleph deltas are managed using separate files in subfolders named for the prime version.</a:t>
            </a:r>
          </a:p>
          <a:p>
            <a:r>
              <a:rPr lang="en-US" sz="2800" dirty="0"/>
              <a:t>Only input files in the matching version number are copied to OUTPUT. </a:t>
            </a:r>
          </a:p>
          <a:p>
            <a:r>
              <a:rPr lang="en-US" sz="2800" dirty="0"/>
              <a:t>Version number does not need to be full semantic, major rev is sufficient (so far).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7B0DD0-DE3A-1FA8-6458-9DF296FDF3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39466" y="1566041"/>
            <a:ext cx="6068451" cy="4038029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#11a – Prime  input files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885146-5EBE-B5FF-C86C-061BCAE3557F}"/>
                  </a:ext>
                </a:extLst>
              </p14:cNvPr>
              <p14:cNvContentPartPr/>
              <p14:nvPr/>
            </p14:nvContentPartPr>
            <p14:xfrm>
              <a:off x="6515524" y="1764459"/>
              <a:ext cx="430200" cy="14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885146-5EBE-B5FF-C86C-061BCAE355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9404" y="1758339"/>
                <a:ext cx="44244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D0CA41F-23B4-1DFB-7977-49319F6BFDF5}"/>
                  </a:ext>
                </a:extLst>
              </p14:cNvPr>
              <p14:cNvContentPartPr/>
              <p14:nvPr/>
            </p14:nvContentPartPr>
            <p14:xfrm>
              <a:off x="9816364" y="1775979"/>
              <a:ext cx="437400" cy="4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D0CA41F-23B4-1DFB-7977-49319F6BFD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10244" y="1769859"/>
                <a:ext cx="4496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92F2D7-FFCB-F9DC-A8A7-0EE411DDDDC4}"/>
                  </a:ext>
                </a:extLst>
              </p14:cNvPr>
              <p14:cNvContentPartPr/>
              <p14:nvPr/>
            </p14:nvContentPartPr>
            <p14:xfrm>
              <a:off x="6547924" y="1786419"/>
              <a:ext cx="293400" cy="21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92F2D7-FFCB-F9DC-A8A7-0EE411DDDD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41804" y="1780299"/>
                <a:ext cx="305640" cy="3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758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MTPL deltas use </a:t>
            </a:r>
            <a:r>
              <a:rPr lang="en-US" sz="2800" dirty="0">
                <a:solidFill>
                  <a:schemeClr val="accent4"/>
                </a:solidFill>
              </a:rPr>
              <a:t>Regex based </a:t>
            </a:r>
            <a:r>
              <a:rPr lang="en-US" sz="2800" dirty="0" err="1"/>
              <a:t>override.json</a:t>
            </a:r>
            <a:r>
              <a:rPr lang="en-US" sz="2800" dirty="0"/>
              <a:t> in the .source folder which define search / replace pairs. </a:t>
            </a:r>
          </a:p>
          <a:p>
            <a:r>
              <a:rPr lang="en-US" sz="2800" dirty="0"/>
              <a:t>These overrides should only be used where multiple code versions are supported at the same time.</a:t>
            </a:r>
          </a:p>
          <a:p>
            <a:r>
              <a:rPr lang="en-US" sz="2800" dirty="0"/>
              <a:t>Once all OUTPUT are on the same version, update module to the new method and remove overrides.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#11b – Prime  / TOS overrides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44FC594-9552-933E-C3BC-3E91B80D32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45225" y="4151587"/>
            <a:ext cx="6100545" cy="1692323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D4F233-E1B5-E45A-0CA9-68ADE0240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876" y="1635896"/>
            <a:ext cx="4553585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81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b="1" i="1" dirty="0"/>
              <a:t>Only files that are used in the MTPL are copied. </a:t>
            </a:r>
          </a:p>
          <a:p>
            <a:r>
              <a:rPr lang="en-US" sz="2800" dirty="0"/>
              <a:t>Similar to Mod10, we will go through all the </a:t>
            </a:r>
            <a:r>
              <a:rPr lang="en-US" sz="2800" dirty="0" err="1"/>
              <a:t>InputFiles</a:t>
            </a:r>
            <a:r>
              <a:rPr lang="en-US" sz="2800" dirty="0"/>
              <a:t> and </a:t>
            </a:r>
            <a:r>
              <a:rPr lang="en-US" sz="2800" dirty="0" err="1"/>
              <a:t>AlephFiles</a:t>
            </a:r>
            <a:r>
              <a:rPr lang="en-US" sz="2800" dirty="0"/>
              <a:t> subfolders, and will copy over all files to the OUTPUT.</a:t>
            </a:r>
          </a:p>
          <a:p>
            <a:r>
              <a:rPr lang="en-US" sz="2800" dirty="0"/>
              <a:t>If TCG or BOM are found in the file name, only the file with the matching value will be copied to OUTPUT.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#12 – Copy </a:t>
            </a:r>
            <a:r>
              <a:rPr lang="en-US" sz="4000" dirty="0" err="1"/>
              <a:t>InputFiles</a:t>
            </a:r>
            <a:r>
              <a:rPr lang="en-US" sz="4000" dirty="0"/>
              <a:t>/</a:t>
            </a:r>
            <a:r>
              <a:rPr lang="en-US" sz="4000" dirty="0" err="1"/>
              <a:t>AlephFiles</a:t>
            </a:r>
            <a:endParaRPr lang="en-US" sz="40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8A568FA-EC58-1161-446B-0FAA56910A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52903" y="1911084"/>
            <a:ext cx="4429743" cy="3810532"/>
          </a:xfrm>
        </p:spPr>
      </p:pic>
    </p:spTree>
    <p:extLst>
      <p:ext uri="{BB962C8B-B14F-4D97-AF65-F5344CB8AC3E}">
        <p14:creationId xmlns:p14="http://schemas.microsoft.com/office/powerpoint/2010/main" val="144803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When enabled, prints a sub-</a:t>
            </a:r>
            <a:r>
              <a:rPr lang="en-US" sz="2800" dirty="0" err="1"/>
              <a:t>bindef</a:t>
            </a:r>
            <a:r>
              <a:rPr lang="en-US" sz="2800" dirty="0"/>
              <a:t> based on the </a:t>
            </a:r>
            <a:r>
              <a:rPr lang="en-US" sz="2800" dirty="0" err="1"/>
              <a:t>SetBin’s</a:t>
            </a:r>
            <a:r>
              <a:rPr lang="en-US" sz="2800" dirty="0"/>
              <a:t> for each OUTPUT.</a:t>
            </a:r>
          </a:p>
          <a:p>
            <a:r>
              <a:rPr lang="en-US" sz="2800" dirty="0"/>
              <a:t>Some TP care is needed; can’t have mismatches, and importing </a:t>
            </a:r>
            <a:r>
              <a:rPr lang="en-US" sz="2800" dirty="0" err="1"/>
              <a:t>sbdef</a:t>
            </a:r>
            <a:r>
              <a:rPr lang="en-US" sz="2800" dirty="0"/>
              <a:t> is needed.</a:t>
            </a:r>
          </a:p>
          <a:p>
            <a:r>
              <a:rPr lang="en-US" sz="2800" dirty="0"/>
              <a:t>Support TOS 3 and 4 </a:t>
            </a:r>
            <a:r>
              <a:rPr lang="en-US" sz="2800" dirty="0" err="1"/>
              <a:t>bdef</a:t>
            </a:r>
            <a:endParaRPr lang="en-US" sz="2800" dirty="0"/>
          </a:p>
          <a:p>
            <a:r>
              <a:rPr lang="en-US" sz="2800" dirty="0"/>
              <a:t>“_</a:t>
            </a:r>
            <a:r>
              <a:rPr lang="en-US" sz="2800" dirty="0" err="1"/>
              <a:t>ModularBindef</a:t>
            </a:r>
            <a:r>
              <a:rPr lang="en-US" sz="2800" dirty="0"/>
              <a:t>” key must be true, and “_</a:t>
            </a:r>
            <a:r>
              <a:rPr lang="en-US" sz="2800" dirty="0" err="1"/>
              <a:t>TosVersion</a:t>
            </a:r>
            <a:r>
              <a:rPr lang="en-US" sz="2800" dirty="0"/>
              <a:t>” is required.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#13 – Modular </a:t>
            </a:r>
            <a:r>
              <a:rPr lang="en-US" sz="4000" dirty="0" err="1"/>
              <a:t>Bindef</a:t>
            </a:r>
            <a:endParaRPr lang="en-US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5D88CA-7E51-E23D-D121-CD76B65BE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92729"/>
            <a:ext cx="5579683" cy="3804660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B76F1DD2-472B-C170-E5DA-7212D30752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5011427"/>
            <a:ext cx="5429250" cy="1322310"/>
          </a:xfrm>
        </p:spPr>
      </p:pic>
    </p:spTree>
    <p:extLst>
      <p:ext uri="{BB962C8B-B14F-4D97-AF65-F5344CB8AC3E}">
        <p14:creationId xmlns:p14="http://schemas.microsoft.com/office/powerpoint/2010/main" val="148261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0E86B-51FE-0D4B-C78D-5A4EACE46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871" y="1487056"/>
            <a:ext cx="5722595" cy="4658289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&lt;Module&gt;_</a:t>
            </a:r>
            <a:r>
              <a:rPr lang="en-US" sz="2800" dirty="0" err="1"/>
              <a:t>Envfile.input.env</a:t>
            </a:r>
            <a:r>
              <a:rPr lang="en-US" sz="2800" dirty="0"/>
              <a:t> </a:t>
            </a:r>
          </a:p>
          <a:p>
            <a:r>
              <a:rPr lang="en-US" sz="2800" dirty="0"/>
              <a:t>.</a:t>
            </a:r>
            <a:r>
              <a:rPr lang="en-US" sz="2800" dirty="0" err="1"/>
              <a:t>input.env</a:t>
            </a:r>
            <a:r>
              <a:rPr lang="en-US" sz="2800" dirty="0"/>
              <a:t> file supports Mod1a to search/replace basic strings.</a:t>
            </a:r>
          </a:p>
          <a:p>
            <a:r>
              <a:rPr lang="en-US" sz="2800" dirty="0"/>
              <a:t>Set TORCH_AUTO paths to exact strings defined in yellow -&gt;</a:t>
            </a:r>
          </a:p>
          <a:p>
            <a:r>
              <a:rPr lang="en-US" sz="2800" dirty="0"/>
              <a:t>Will read the I:\ drive pattern patch </a:t>
            </a:r>
            <a:r>
              <a:rPr lang="en-US" sz="2800" dirty="0" err="1"/>
              <a:t>env.env</a:t>
            </a:r>
            <a:r>
              <a:rPr lang="en-US" sz="2800" dirty="0"/>
              <a:t> files for PLIST and PAT, ALEPH from </a:t>
            </a:r>
            <a:r>
              <a:rPr lang="en-US" sz="2800" dirty="0" err="1"/>
              <a:t>mconfig</a:t>
            </a:r>
            <a:endParaRPr lang="en-US" sz="2800" dirty="0"/>
          </a:p>
          <a:p>
            <a:r>
              <a:rPr lang="en-US" sz="2800" dirty="0"/>
              <a:t>Initial </a:t>
            </a:r>
            <a:r>
              <a:rPr lang="en-US" sz="2800" dirty="0" err="1"/>
              <a:t>EnvFile.env</a:t>
            </a:r>
            <a:r>
              <a:rPr lang="en-US" sz="2800" dirty="0"/>
              <a:t> can be generated w/TORCH if needed.</a:t>
            </a:r>
          </a:p>
          <a:p>
            <a:r>
              <a:rPr lang="en-US" sz="2800" dirty="0"/>
              <a:t>“_</a:t>
            </a:r>
            <a:r>
              <a:rPr lang="en-US" sz="2800" dirty="0" err="1"/>
              <a:t>ModularEnv</a:t>
            </a:r>
            <a:r>
              <a:rPr lang="en-US" sz="2800" dirty="0"/>
              <a:t>” key should be true,  “_</a:t>
            </a:r>
            <a:r>
              <a:rPr lang="en-US" sz="2800" dirty="0" err="1"/>
              <a:t>Idrive</a:t>
            </a:r>
            <a:r>
              <a:rPr lang="en-US" sz="2800" dirty="0"/>
              <a:t>” key must be the </a:t>
            </a:r>
            <a:r>
              <a:rPr lang="en-US" sz="2800" dirty="0" err="1"/>
              <a:t>netapp</a:t>
            </a:r>
            <a:r>
              <a:rPr lang="en-US" sz="2800" dirty="0"/>
              <a:t> path, and “_</a:t>
            </a:r>
            <a:r>
              <a:rPr lang="en-US" sz="2800" dirty="0" err="1"/>
              <a:t>SubmoduleFolder</a:t>
            </a:r>
            <a:r>
              <a:rPr lang="en-US" sz="2800" dirty="0"/>
              <a:t>” set to module </a:t>
            </a:r>
            <a:r>
              <a:rPr lang="en-US" sz="2800"/>
              <a:t>repo folder in TP.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EB0B9-51B1-3674-94F7-C657151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Modification #14 – Modular Environment File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B85EACE-656F-C545-3BC6-896207EBF6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39466" y="1462601"/>
            <a:ext cx="6109867" cy="2335184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9CA6E1-E983-3BD9-5BBC-6CF775B0D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466" y="3816200"/>
            <a:ext cx="3857493" cy="260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DQe2024">
  <a:themeElements>
    <a:clrScheme name="Custom 33">
      <a:dk1>
        <a:srgbClr val="000000"/>
      </a:dk1>
      <a:lt1>
        <a:srgbClr val="FFFFFF"/>
      </a:lt1>
      <a:dk2>
        <a:srgbClr val="004A86"/>
      </a:dk2>
      <a:lt2>
        <a:srgbClr val="E9E9E9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Custom 29">
      <a:majorFont>
        <a:latin typeface="IntelOne Text Light"/>
        <a:ea typeface="Helvetica Neue"/>
        <a:cs typeface="Helvetica Neue"/>
      </a:majorFont>
      <a:minorFont>
        <a:latin typeface="IntelOne Text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PDQe2024" id="{7801FC56-003D-4335-856E-F1C809640D63}" vid="{05D5D64B-7A72-437D-9F97-F2B247FCE46F}"/>
    </a:ext>
  </a:extLst>
</a:theme>
</file>

<file path=ppt/theme/theme2.xml><?xml version="1.0" encoding="utf-8"?>
<a:theme xmlns:a="http://schemas.openxmlformats.org/drawingml/2006/main" name="Intel Light">
  <a:themeElements>
    <a:clrScheme name="Custom 34">
      <a:dk1>
        <a:srgbClr val="000000"/>
      </a:dk1>
      <a:lt1>
        <a:srgbClr val="FFFFFF"/>
      </a:lt1>
      <a:dk2>
        <a:srgbClr val="004A86"/>
      </a:dk2>
      <a:lt2>
        <a:srgbClr val="E9E9E9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2021">
      <a:majorFont>
        <a:latin typeface="IntelOne Display Light"/>
        <a:ea typeface="Helvetica Neue"/>
        <a:cs typeface="Helvetica Neue"/>
      </a:majorFont>
      <a:minorFont>
        <a:latin typeface="IntelOne Text Light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Theme1" id="{FD5E17D2-2CB4-4788-BCBC-F3F658FA850B}" vid="{9C6A121C-822C-4A49-B9CA-A9BF65F8DBC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PDQe2024</Template>
  <TotalTime>8686</TotalTime>
  <Words>1873</Words>
  <Application>Microsoft Office PowerPoint</Application>
  <PresentationFormat>Widescreen</PresentationFormat>
  <Paragraphs>171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Helvetica Neue Medium</vt:lpstr>
      <vt:lpstr>Intel Clear</vt:lpstr>
      <vt:lpstr>IntelOne Display Light</vt:lpstr>
      <vt:lpstr>IntelOne Display Regular</vt:lpstr>
      <vt:lpstr>IntelOne Text</vt:lpstr>
      <vt:lpstr>IntelOne Text Light</vt:lpstr>
      <vt:lpstr>PDQe2024</vt:lpstr>
      <vt:lpstr>Intel Light</vt:lpstr>
      <vt:lpstr>Extinguisher Overview</vt:lpstr>
      <vt:lpstr>Torch Extinguisher Purpose</vt:lpstr>
      <vt:lpstr>Basic Setup</vt:lpstr>
      <vt:lpstr>Benefits Gained</vt:lpstr>
      <vt:lpstr>Restrictions</vt:lpstr>
      <vt:lpstr>Usage</vt:lpstr>
      <vt:lpstr>Common Configurations (in config.json)</vt:lpstr>
      <vt:lpstr>Directory Setup – .source folder</vt:lpstr>
      <vt:lpstr>Modification #1a – Variable direct text replacement</vt:lpstr>
      <vt:lpstr>Modification #1b – Param text replacement</vt:lpstr>
      <vt:lpstr>Modification #2 – Duplicate Test</vt:lpstr>
      <vt:lpstr>Modification #3 – Linked Flow</vt:lpstr>
      <vt:lpstr>Modification #4 – Bin / Counter Automation</vt:lpstr>
      <vt:lpstr>Modification #4 – Bin / Counter Automation</vt:lpstr>
      <vt:lpstr>Modification #4 – Bin / Counter Automation</vt:lpstr>
      <vt:lpstr>Modification #5 – Kill/EDC Rules</vt:lpstr>
      <vt:lpstr>Modification #5 – Kill/EDC Rules</vt:lpstr>
      <vt:lpstr>Modification #6 – EoL Test/Flow Removal</vt:lpstr>
      <vt:lpstr>Modification #7/8 – FLW and MCONFIG</vt:lpstr>
      <vt:lpstr>Modification #9 – Merged Collateral Files</vt:lpstr>
      <vt:lpstr>Modification #10 – Copy related TP files</vt:lpstr>
      <vt:lpstr>Modification #11a – Prime  input files</vt:lpstr>
      <vt:lpstr>Modification #11b – Prime  / TOS overrides</vt:lpstr>
      <vt:lpstr>Modification #12 – Copy InputFiles/AlephFiles</vt:lpstr>
      <vt:lpstr>Modification #13 – Modular Bindef</vt:lpstr>
      <vt:lpstr>Modification #14 – Modular Environment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Pacheco, Miles</dc:creator>
  <cp:keywords>CTPClassification=CTP_NT</cp:keywords>
  <cp:lastModifiedBy>Pacheco, Miles</cp:lastModifiedBy>
  <cp:revision>18</cp:revision>
  <dcterms:created xsi:type="dcterms:W3CDTF">2024-10-14T22:53:08Z</dcterms:created>
  <dcterms:modified xsi:type="dcterms:W3CDTF">2025-04-30T17:13:23Z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93de9665-ff98-4f1f-9073-4561ffbdeeee</vt:lpwstr>
  </property>
  <property fmtid="{D5CDD505-2E9C-101B-9397-08002B2CF9AE}" pid="3" name="CTP_TimeStamp">
    <vt:lpwstr>2025-04-30 17:13:23Z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